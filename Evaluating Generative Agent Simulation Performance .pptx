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1"/>
  </p:notesMasterIdLst>
  <p:handoutMasterIdLst>
    <p:handoutMasterId r:id="rId12"/>
  </p:handoutMasterIdLst>
  <p:sldIdLst>
    <p:sldId id="257" r:id="rId5"/>
    <p:sldId id="287" r:id="rId6"/>
    <p:sldId id="258" r:id="rId7"/>
    <p:sldId id="288" r:id="rId8"/>
    <p:sldId id="289" r:id="rId9"/>
    <p:sldId id="281" r:id="rId10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336">
          <p15:clr>
            <a:srgbClr val="A4A3A4"/>
          </p15:clr>
        </p15:guide>
        <p15:guide id="5" orient="horz" pos="1920">
          <p15:clr>
            <a:srgbClr val="A4A3A4"/>
          </p15:clr>
        </p15:guide>
        <p15:guide id="6" orient="horz" pos="3984">
          <p15:clr>
            <a:srgbClr val="A4A3A4"/>
          </p15:clr>
        </p15:guide>
        <p15:guide id="7" orient="horz" pos="1152">
          <p15:clr>
            <a:srgbClr val="A4A3A4"/>
          </p15:clr>
        </p15:guide>
        <p15:guide id="8" pos="3839">
          <p15:clr>
            <a:srgbClr val="A4A3A4"/>
          </p15:clr>
        </p15:guide>
        <p15:guide id="9" pos="671">
          <p15:clr>
            <a:srgbClr val="A4A3A4"/>
          </p15:clr>
        </p15:guide>
        <p15:guide id="10" pos="7007">
          <p15:clr>
            <a:srgbClr val="A4A3A4"/>
          </p15:clr>
        </p15:guide>
        <p15:guide id="11" pos="6143">
          <p15:clr>
            <a:srgbClr val="A4A3A4"/>
          </p15:clr>
        </p15:guide>
        <p15:guide id="12" pos="3263">
          <p15:clr>
            <a:srgbClr val="A4A3A4"/>
          </p15:clr>
        </p15:guide>
        <p15:guide id="13" pos="7391">
          <p15:clr>
            <a:srgbClr val="A4A3A4"/>
          </p15:clr>
        </p15:guide>
        <p15:guide id="14" pos="369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 autoAdjust="0"/>
    <p:restoredTop sz="94898" autoAdjust="0"/>
  </p:normalViewPr>
  <p:slideViewPr>
    <p:cSldViewPr showGuides="1">
      <p:cViewPr varScale="1">
        <p:scale>
          <a:sx n="113" d="100"/>
          <a:sy n="113" d="100"/>
        </p:scale>
        <p:origin x="456" y="168"/>
      </p:cViewPr>
      <p:guideLst>
        <p:guide orient="horz" pos="2160"/>
        <p:guide orient="horz" pos="1008"/>
        <p:guide orient="horz" pos="3792"/>
        <p:guide orient="horz" pos="336"/>
        <p:guide orient="horz" pos="1920"/>
        <p:guide orient="horz" pos="3984"/>
        <p:guide orient="horz" pos="1152"/>
        <p:guide pos="3839"/>
        <p:guide pos="671"/>
        <p:guide pos="7007"/>
        <p:guide pos="6143"/>
        <p:guide pos="3263"/>
        <p:guide pos="7391"/>
        <p:guide pos="36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73" d="100"/>
          <a:sy n="73" d="100"/>
        </p:scale>
        <p:origin x="2126" y="2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6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3#2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2">
        <a:shade val="80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2">
        <a:shade val="80000"/>
      </a:schemeClr>
      <a:schemeClr val="accent2">
        <a:tint val="70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2">
        <a:tint val="75000"/>
      </a:schemeClr>
      <a:schemeClr val="accent2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2">
        <a:tint val="99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2">
        <a:tint val="80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2">
        <a:tint val="70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B0B427-24CB-4055-8726-04E66D0C93B1}" type="doc">
      <dgm:prSet loTypeId="urn:microsoft.com/office/officeart/2005/8/layout/hierarchy3" loCatId="list" qsTypeId="urn:microsoft.com/office/officeart/2005/8/quickstyle/simple1#5" qsCatId="simple" csTypeId="urn:microsoft.com/office/officeart/2005/8/colors/accent1_2#4" csCatId="accent1" phldr="1"/>
      <dgm:spPr/>
      <dgm:t>
        <a:bodyPr/>
        <a:lstStyle/>
        <a:p>
          <a:endParaRPr lang="en-US"/>
        </a:p>
      </dgm:t>
    </dgm:pt>
    <dgm:pt modelId="{AE314A84-A5B8-4665-BB8E-3605024F1892}">
      <dgm:prSet phldrT="[Text]" custT="1"/>
      <dgm:spPr/>
      <dgm:t>
        <a:bodyPr/>
        <a:lstStyle/>
        <a:p>
          <a:pPr>
            <a:buNone/>
          </a:pPr>
          <a:r>
            <a:rPr lang="en-US" sz="1800" b="1" i="0" dirty="0">
              <a:latin typeface="Aptos" panose="020B0004020202020204" pitchFamily="34" charset="0"/>
            </a:rPr>
            <a:t>The Opportunity</a:t>
          </a:r>
          <a:endParaRPr lang="en-US" sz="1800" dirty="0">
            <a:latin typeface="Aptos" panose="020B0004020202020204" pitchFamily="34" charset="0"/>
          </a:endParaRPr>
        </a:p>
      </dgm:t>
    </dgm:pt>
    <dgm:pt modelId="{AC6B99DF-2C59-4797-BA4E-8E9148612A14}" type="parTrans" cxnId="{CB9114C4-62E0-4107-A696-922E4A62E663}">
      <dgm:prSet/>
      <dgm:spPr/>
      <dgm:t>
        <a:bodyPr/>
        <a:lstStyle/>
        <a:p>
          <a:endParaRPr lang="en-US"/>
        </a:p>
      </dgm:t>
    </dgm:pt>
    <dgm:pt modelId="{AEF9DDA4-41C3-451E-BD28-3E9C771FD828}" type="sibTrans" cxnId="{CB9114C4-62E0-4107-A696-922E4A62E663}">
      <dgm:prSet/>
      <dgm:spPr/>
      <dgm:t>
        <a:bodyPr/>
        <a:lstStyle/>
        <a:p>
          <a:endParaRPr lang="en-US"/>
        </a:p>
      </dgm:t>
    </dgm:pt>
    <dgm:pt modelId="{408F948F-804C-4E45-8C99-CD17F9B92A08}">
      <dgm:prSet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200" b="0" i="0" dirty="0">
              <a:latin typeface="Aptos" panose="020B0004020202020204" pitchFamily="34" charset="0"/>
            </a:rPr>
            <a:t>Faster consumer research</a:t>
          </a:r>
        </a:p>
      </dgm:t>
    </dgm:pt>
    <dgm:pt modelId="{DCE8282A-1850-4F8D-A07D-D27D0B813F5A}" type="parTrans" cxnId="{E80109F7-B820-4D22-A796-7F0D3B769C0B}">
      <dgm:prSet/>
      <dgm:spPr/>
      <dgm:t>
        <a:bodyPr/>
        <a:lstStyle/>
        <a:p>
          <a:endParaRPr lang="en-US"/>
        </a:p>
      </dgm:t>
    </dgm:pt>
    <dgm:pt modelId="{C1A61C1C-CCD1-4DF4-9636-A8FE87722896}" type="sibTrans" cxnId="{E80109F7-B820-4D22-A796-7F0D3B769C0B}">
      <dgm:prSet/>
      <dgm:spPr/>
      <dgm:t>
        <a:bodyPr/>
        <a:lstStyle/>
        <a:p>
          <a:endParaRPr lang="en-US"/>
        </a:p>
      </dgm:t>
    </dgm:pt>
    <dgm:pt modelId="{BD6F093A-FB23-4BC8-8BA6-C90E63EFF239}">
      <dgm:prSet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200" b="0" i="0" dirty="0">
              <a:latin typeface="Aptos" panose="020B0004020202020204" pitchFamily="34" charset="0"/>
            </a:rPr>
            <a:t>Lower cost than large-scale surveys</a:t>
          </a:r>
        </a:p>
      </dgm:t>
    </dgm:pt>
    <dgm:pt modelId="{7CB02191-D9CF-4963-8585-9EAE4E277651}" type="parTrans" cxnId="{D4D382C1-FF22-410F-93C5-E6F5771111AF}">
      <dgm:prSet/>
      <dgm:spPr/>
      <dgm:t>
        <a:bodyPr/>
        <a:lstStyle/>
        <a:p>
          <a:endParaRPr lang="en-US"/>
        </a:p>
      </dgm:t>
    </dgm:pt>
    <dgm:pt modelId="{977043B4-CE73-4D3B-ACA2-42D2AFB628EC}" type="sibTrans" cxnId="{D4D382C1-FF22-410F-93C5-E6F5771111AF}">
      <dgm:prSet/>
      <dgm:spPr/>
      <dgm:t>
        <a:bodyPr/>
        <a:lstStyle/>
        <a:p>
          <a:endParaRPr lang="en-US"/>
        </a:p>
      </dgm:t>
    </dgm:pt>
    <dgm:pt modelId="{F652DFBB-8BBE-4EF6-A510-54CDF7B16521}">
      <dgm:prSet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200" b="0" i="0" dirty="0">
              <a:latin typeface="Aptos" panose="020B0004020202020204" pitchFamily="34" charset="0"/>
            </a:rPr>
            <a:t>Rapid testing of ideas and concepts</a:t>
          </a:r>
        </a:p>
      </dgm:t>
    </dgm:pt>
    <dgm:pt modelId="{CA7E85FB-424A-4391-8BB8-CE7E569D1C7F}" type="parTrans" cxnId="{BDCD04D3-7DE2-4D0C-8DFE-05A807BB3DF6}">
      <dgm:prSet/>
      <dgm:spPr/>
      <dgm:t>
        <a:bodyPr/>
        <a:lstStyle/>
        <a:p>
          <a:endParaRPr lang="en-US"/>
        </a:p>
      </dgm:t>
    </dgm:pt>
    <dgm:pt modelId="{F09C3383-323D-444E-A9E1-10CCB1482B8A}" type="sibTrans" cxnId="{BDCD04D3-7DE2-4D0C-8DFE-05A807BB3DF6}">
      <dgm:prSet/>
      <dgm:spPr/>
      <dgm:t>
        <a:bodyPr/>
        <a:lstStyle/>
        <a:p>
          <a:endParaRPr lang="en-US"/>
        </a:p>
      </dgm:t>
    </dgm:pt>
    <dgm:pt modelId="{93334A5C-39F8-41F2-923E-7DB75316A55C}">
      <dgm:prSet custT="1"/>
      <dgm:spPr/>
      <dgm:t>
        <a:bodyPr/>
        <a:lstStyle/>
        <a:p>
          <a:pPr>
            <a:buNone/>
          </a:pPr>
          <a:r>
            <a:rPr lang="en-US" sz="1800" b="1" i="0" dirty="0">
              <a:latin typeface="Aptos" panose="020B0004020202020204" pitchFamily="34" charset="0"/>
            </a:rPr>
            <a:t>The Challenge</a:t>
          </a:r>
        </a:p>
      </dgm:t>
    </dgm:pt>
    <dgm:pt modelId="{B95CAA88-23A4-4D6A-AA0E-0E4FB40EA22F}" type="parTrans" cxnId="{A245D328-AC48-4A90-8C0C-B15CCBDEAB2D}">
      <dgm:prSet/>
      <dgm:spPr/>
      <dgm:t>
        <a:bodyPr/>
        <a:lstStyle/>
        <a:p>
          <a:endParaRPr lang="en-US"/>
        </a:p>
      </dgm:t>
    </dgm:pt>
    <dgm:pt modelId="{5B62B3B0-4B0A-4E9D-91B1-4F6922EE68F5}" type="sibTrans" cxnId="{A245D328-AC48-4A90-8C0C-B15CCBDEAB2D}">
      <dgm:prSet/>
      <dgm:spPr/>
      <dgm:t>
        <a:bodyPr/>
        <a:lstStyle/>
        <a:p>
          <a:endParaRPr lang="en-US"/>
        </a:p>
      </dgm:t>
    </dgm:pt>
    <dgm:pt modelId="{A8F59327-5CEC-47BF-AEAE-8361F8346A6E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 b="0" i="0" dirty="0">
              <a:latin typeface="Aptos" panose="020B0004020202020204" pitchFamily="34" charset="0"/>
            </a:rPr>
            <a:t>Human-like responses do not necessarily mean human-like behavior</a:t>
          </a:r>
        </a:p>
      </dgm:t>
    </dgm:pt>
    <dgm:pt modelId="{43B8AAB7-94BC-4F49-8BAA-3D80A45F65C9}" type="parTrans" cxnId="{260ECF19-C539-4A70-8112-DD3A0634FE9C}">
      <dgm:prSet/>
      <dgm:spPr/>
      <dgm:t>
        <a:bodyPr/>
        <a:lstStyle/>
        <a:p>
          <a:endParaRPr lang="en-US"/>
        </a:p>
      </dgm:t>
    </dgm:pt>
    <dgm:pt modelId="{72439926-5F36-4EA5-8CC7-0A71116D563E}" type="sibTrans" cxnId="{260ECF19-C539-4A70-8112-DD3A0634FE9C}">
      <dgm:prSet/>
      <dgm:spPr/>
      <dgm:t>
        <a:bodyPr/>
        <a:lstStyle/>
        <a:p>
          <a:endParaRPr lang="en-US"/>
        </a:p>
      </dgm:t>
    </dgm:pt>
    <dgm:pt modelId="{E421B293-61D0-4FAD-BB77-96658FBB37DB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 b="0" i="0">
              <a:latin typeface="Aptos" panose="020B0004020202020204" pitchFamily="34" charset="0"/>
            </a:rPr>
            <a:t>Similar wording can hide important differences in preferences and motivations</a:t>
          </a:r>
        </a:p>
      </dgm:t>
    </dgm:pt>
    <dgm:pt modelId="{585145FE-8343-4ED9-96F0-71CE85CCCC22}" type="parTrans" cxnId="{2EACE5B2-AD6D-43A8-9625-429B3EF9A450}">
      <dgm:prSet/>
      <dgm:spPr/>
      <dgm:t>
        <a:bodyPr/>
        <a:lstStyle/>
        <a:p>
          <a:endParaRPr lang="en-US"/>
        </a:p>
      </dgm:t>
    </dgm:pt>
    <dgm:pt modelId="{A88BA2F3-79F8-44D8-BBB0-86B307231D7A}" type="sibTrans" cxnId="{2EACE5B2-AD6D-43A8-9625-429B3EF9A450}">
      <dgm:prSet/>
      <dgm:spPr/>
      <dgm:t>
        <a:bodyPr/>
        <a:lstStyle/>
        <a:p>
          <a:endParaRPr lang="en-US"/>
        </a:p>
      </dgm:t>
    </dgm:pt>
    <dgm:pt modelId="{8BC6438C-0817-4A56-A285-BC9FACE70633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 b="0" i="0">
              <a:latin typeface="Aptos" panose="020B0004020202020204" pitchFamily="34" charset="0"/>
            </a:rPr>
            <a:t>Leadership needs a reliable measure of trust</a:t>
          </a:r>
        </a:p>
      </dgm:t>
    </dgm:pt>
    <dgm:pt modelId="{547C22A1-81C4-4467-8BAB-CAF40B7E44D9}" type="parTrans" cxnId="{4E57668F-3269-40DF-ADEF-39906F736454}">
      <dgm:prSet/>
      <dgm:spPr/>
      <dgm:t>
        <a:bodyPr/>
        <a:lstStyle/>
        <a:p>
          <a:endParaRPr lang="en-US"/>
        </a:p>
      </dgm:t>
    </dgm:pt>
    <dgm:pt modelId="{AC29A4C6-6177-4ED4-9526-AEAA1EDD93DA}" type="sibTrans" cxnId="{4E57668F-3269-40DF-ADEF-39906F736454}">
      <dgm:prSet/>
      <dgm:spPr/>
      <dgm:t>
        <a:bodyPr/>
        <a:lstStyle/>
        <a:p>
          <a:endParaRPr lang="en-US"/>
        </a:p>
      </dgm:t>
    </dgm:pt>
    <dgm:pt modelId="{75FE3D6A-C873-49F9-8EC1-343780841297}">
      <dgm:prSet custT="1"/>
      <dgm:spPr/>
      <dgm:t>
        <a:bodyPr/>
        <a:lstStyle/>
        <a:p>
          <a:pPr>
            <a:buNone/>
          </a:pPr>
          <a:r>
            <a:rPr lang="en-US" sz="1800" b="1" i="0" dirty="0">
              <a:latin typeface="Aptos" panose="020B0004020202020204" pitchFamily="34" charset="0"/>
            </a:rPr>
            <a:t>The Objective</a:t>
          </a:r>
        </a:p>
      </dgm:t>
    </dgm:pt>
    <dgm:pt modelId="{B4AF4C9F-D776-4EE6-91B4-9D37D14A149B}" type="parTrans" cxnId="{FCF2CA7E-F342-4264-9B25-B0866DDE2CC0}">
      <dgm:prSet/>
      <dgm:spPr/>
      <dgm:t>
        <a:bodyPr/>
        <a:lstStyle/>
        <a:p>
          <a:endParaRPr lang="en-US"/>
        </a:p>
      </dgm:t>
    </dgm:pt>
    <dgm:pt modelId="{8336978C-A5C0-4222-83BF-C24899875C00}" type="sibTrans" cxnId="{FCF2CA7E-F342-4264-9B25-B0866DDE2CC0}">
      <dgm:prSet/>
      <dgm:spPr/>
      <dgm:t>
        <a:bodyPr/>
        <a:lstStyle/>
        <a:p>
          <a:endParaRPr lang="en-US"/>
        </a:p>
      </dgm:t>
    </dgm:pt>
    <dgm:pt modelId="{C4C03559-6AFE-440F-A7AF-EA8CAAD107E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 b="0" i="0">
              <a:latin typeface="Aptos" panose="020B0004020202020204" pitchFamily="34" charset="0"/>
            </a:rPr>
            <a:t>Assess how closely AI simulations match real consumers</a:t>
          </a:r>
        </a:p>
      </dgm:t>
    </dgm:pt>
    <dgm:pt modelId="{EA791B42-D0C8-41F5-B173-33422A580EF4}" type="parTrans" cxnId="{CD615FAD-F62E-4695-9B04-23E755404D32}">
      <dgm:prSet/>
      <dgm:spPr/>
      <dgm:t>
        <a:bodyPr/>
        <a:lstStyle/>
        <a:p>
          <a:endParaRPr lang="en-US"/>
        </a:p>
      </dgm:t>
    </dgm:pt>
    <dgm:pt modelId="{E73179C2-027A-48C6-9888-3F49DE034C49}" type="sibTrans" cxnId="{CD615FAD-F62E-4695-9B04-23E755404D32}">
      <dgm:prSet/>
      <dgm:spPr/>
      <dgm:t>
        <a:bodyPr/>
        <a:lstStyle/>
        <a:p>
          <a:endParaRPr lang="en-US"/>
        </a:p>
      </dgm:t>
    </dgm:pt>
    <dgm:pt modelId="{7DAF9FF2-0C0B-4F58-8594-B139B92FA9BE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 b="0" i="0">
              <a:latin typeface="Aptos" panose="020B0004020202020204" pitchFamily="34" charset="0"/>
            </a:rPr>
            <a:t>Identify where simulations succeed and fail</a:t>
          </a:r>
        </a:p>
      </dgm:t>
    </dgm:pt>
    <dgm:pt modelId="{F971319C-4FB1-417B-9201-DF1B09BC56D3}" type="parTrans" cxnId="{1D33CF60-BBAE-4050-85FF-37BC1E4EB1AA}">
      <dgm:prSet/>
      <dgm:spPr/>
      <dgm:t>
        <a:bodyPr/>
        <a:lstStyle/>
        <a:p>
          <a:endParaRPr lang="en-US"/>
        </a:p>
      </dgm:t>
    </dgm:pt>
    <dgm:pt modelId="{329A2EEE-6FDA-4F86-935B-E7CA54C0A702}" type="sibTrans" cxnId="{1D33CF60-BBAE-4050-85FF-37BC1E4EB1AA}">
      <dgm:prSet/>
      <dgm:spPr/>
      <dgm:t>
        <a:bodyPr/>
        <a:lstStyle/>
        <a:p>
          <a:endParaRPr lang="en-US"/>
        </a:p>
      </dgm:t>
    </dgm:pt>
    <dgm:pt modelId="{470820D5-2263-4688-B6C5-FE0BA081D304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 b="0" i="0" dirty="0">
              <a:latin typeface="Aptos" panose="020B0004020202020204" pitchFamily="34" charset="0"/>
            </a:rPr>
            <a:t>Define appropriate business use cases and guardrail</a:t>
          </a:r>
        </a:p>
      </dgm:t>
    </dgm:pt>
    <dgm:pt modelId="{1A7B01EA-03AF-4A32-A732-40386F8B86B5}" type="parTrans" cxnId="{BFF2F4EB-A07F-43F7-8EA3-DF119599F2F7}">
      <dgm:prSet/>
      <dgm:spPr/>
      <dgm:t>
        <a:bodyPr/>
        <a:lstStyle/>
        <a:p>
          <a:endParaRPr lang="en-US"/>
        </a:p>
      </dgm:t>
    </dgm:pt>
    <dgm:pt modelId="{008C72B0-F52E-4841-83C1-52AEDAE88F99}" type="sibTrans" cxnId="{BFF2F4EB-A07F-43F7-8EA3-DF119599F2F7}">
      <dgm:prSet/>
      <dgm:spPr/>
      <dgm:t>
        <a:bodyPr/>
        <a:lstStyle/>
        <a:p>
          <a:endParaRPr lang="en-US"/>
        </a:p>
      </dgm:t>
    </dgm:pt>
    <dgm:pt modelId="{01986E2C-5516-4974-8009-906822F71A72}" type="pres">
      <dgm:prSet presAssocID="{2DB0B427-24CB-4055-8726-04E66D0C93B1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9EA3A88-459F-4875-96A9-2DEFE65EF5E5}" type="pres">
      <dgm:prSet presAssocID="{AE314A84-A5B8-4665-BB8E-3605024F1892}" presName="root" presStyleCnt="0"/>
      <dgm:spPr/>
    </dgm:pt>
    <dgm:pt modelId="{C81261D9-0DE4-482F-B405-F534E501230A}" type="pres">
      <dgm:prSet presAssocID="{AE314A84-A5B8-4665-BB8E-3605024F1892}" presName="rootComposite" presStyleCnt="0"/>
      <dgm:spPr/>
    </dgm:pt>
    <dgm:pt modelId="{F1AE3658-D3E2-4948-9140-E29FD31F16D1}" type="pres">
      <dgm:prSet presAssocID="{AE314A84-A5B8-4665-BB8E-3605024F1892}" presName="rootText" presStyleLbl="node1" presStyleIdx="0" presStyleCnt="3"/>
      <dgm:spPr/>
    </dgm:pt>
    <dgm:pt modelId="{42843C25-E565-4546-A843-D697C9803DBD}" type="pres">
      <dgm:prSet presAssocID="{AE314A84-A5B8-4665-BB8E-3605024F1892}" presName="rootConnector" presStyleLbl="node1" presStyleIdx="0" presStyleCnt="3"/>
      <dgm:spPr/>
    </dgm:pt>
    <dgm:pt modelId="{064116B2-9FC5-4EDA-9E6A-CF21DE926896}" type="pres">
      <dgm:prSet presAssocID="{AE314A84-A5B8-4665-BB8E-3605024F1892}" presName="childShape" presStyleCnt="0"/>
      <dgm:spPr/>
    </dgm:pt>
    <dgm:pt modelId="{71B79103-C411-4209-BEE6-A5E22DD25670}" type="pres">
      <dgm:prSet presAssocID="{DCE8282A-1850-4F8D-A07D-D27D0B813F5A}" presName="Name13" presStyleLbl="parChTrans1D2" presStyleIdx="0" presStyleCnt="9"/>
      <dgm:spPr/>
    </dgm:pt>
    <dgm:pt modelId="{FB85BABD-1AE2-486D-8B5E-F11B9F7E2F67}" type="pres">
      <dgm:prSet presAssocID="{408F948F-804C-4E45-8C99-CD17F9B92A08}" presName="childText" presStyleLbl="bgAcc1" presStyleIdx="0" presStyleCnt="9">
        <dgm:presLayoutVars>
          <dgm:bulletEnabled val="1"/>
        </dgm:presLayoutVars>
      </dgm:prSet>
      <dgm:spPr/>
    </dgm:pt>
    <dgm:pt modelId="{BA54FA0B-26B8-4766-B693-2D3C578601AF}" type="pres">
      <dgm:prSet presAssocID="{7CB02191-D9CF-4963-8585-9EAE4E277651}" presName="Name13" presStyleLbl="parChTrans1D2" presStyleIdx="1" presStyleCnt="9"/>
      <dgm:spPr/>
    </dgm:pt>
    <dgm:pt modelId="{B28C82B2-28A1-4979-8BA1-7B31D27697FD}" type="pres">
      <dgm:prSet presAssocID="{BD6F093A-FB23-4BC8-8BA6-C90E63EFF239}" presName="childText" presStyleLbl="bgAcc1" presStyleIdx="1" presStyleCnt="9">
        <dgm:presLayoutVars>
          <dgm:bulletEnabled val="1"/>
        </dgm:presLayoutVars>
      </dgm:prSet>
      <dgm:spPr/>
    </dgm:pt>
    <dgm:pt modelId="{A056CCF4-3401-4BB0-8A36-8A82699E1808}" type="pres">
      <dgm:prSet presAssocID="{CA7E85FB-424A-4391-8BB8-CE7E569D1C7F}" presName="Name13" presStyleLbl="parChTrans1D2" presStyleIdx="2" presStyleCnt="9"/>
      <dgm:spPr/>
    </dgm:pt>
    <dgm:pt modelId="{6E00F548-E1DE-4215-AF78-8EBE8B39ED3B}" type="pres">
      <dgm:prSet presAssocID="{F652DFBB-8BBE-4EF6-A510-54CDF7B16521}" presName="childText" presStyleLbl="bgAcc1" presStyleIdx="2" presStyleCnt="9">
        <dgm:presLayoutVars>
          <dgm:bulletEnabled val="1"/>
        </dgm:presLayoutVars>
      </dgm:prSet>
      <dgm:spPr/>
    </dgm:pt>
    <dgm:pt modelId="{32AD9824-0BEA-489B-827B-0CE8F9A79EBF}" type="pres">
      <dgm:prSet presAssocID="{93334A5C-39F8-41F2-923E-7DB75316A55C}" presName="root" presStyleCnt="0"/>
      <dgm:spPr/>
    </dgm:pt>
    <dgm:pt modelId="{86DBE995-6832-4B1A-8AF6-1796468AF327}" type="pres">
      <dgm:prSet presAssocID="{93334A5C-39F8-41F2-923E-7DB75316A55C}" presName="rootComposite" presStyleCnt="0"/>
      <dgm:spPr/>
    </dgm:pt>
    <dgm:pt modelId="{DA153580-55CD-4EAE-8864-43BBCD3BAAC5}" type="pres">
      <dgm:prSet presAssocID="{93334A5C-39F8-41F2-923E-7DB75316A55C}" presName="rootText" presStyleLbl="node1" presStyleIdx="1" presStyleCnt="3"/>
      <dgm:spPr/>
    </dgm:pt>
    <dgm:pt modelId="{9698BB78-B42A-49B5-A293-308A101D0721}" type="pres">
      <dgm:prSet presAssocID="{93334A5C-39F8-41F2-923E-7DB75316A55C}" presName="rootConnector" presStyleLbl="node1" presStyleIdx="1" presStyleCnt="3"/>
      <dgm:spPr/>
    </dgm:pt>
    <dgm:pt modelId="{AEA0A440-AA69-4117-BF9B-B31494E67088}" type="pres">
      <dgm:prSet presAssocID="{93334A5C-39F8-41F2-923E-7DB75316A55C}" presName="childShape" presStyleCnt="0"/>
      <dgm:spPr/>
    </dgm:pt>
    <dgm:pt modelId="{AC9E9862-C9BB-4F39-BFB0-059256C2C7FA}" type="pres">
      <dgm:prSet presAssocID="{43B8AAB7-94BC-4F49-8BAA-3D80A45F65C9}" presName="Name13" presStyleLbl="parChTrans1D2" presStyleIdx="3" presStyleCnt="9"/>
      <dgm:spPr/>
    </dgm:pt>
    <dgm:pt modelId="{2646EF7C-67B4-414B-8AA9-B2BF2FF0B1EC}" type="pres">
      <dgm:prSet presAssocID="{A8F59327-5CEC-47BF-AEAE-8361F8346A6E}" presName="childText" presStyleLbl="bgAcc1" presStyleIdx="3" presStyleCnt="9">
        <dgm:presLayoutVars>
          <dgm:bulletEnabled val="1"/>
        </dgm:presLayoutVars>
      </dgm:prSet>
      <dgm:spPr/>
    </dgm:pt>
    <dgm:pt modelId="{5DAD82C7-3704-40AB-A68F-0F5D29F94ADA}" type="pres">
      <dgm:prSet presAssocID="{585145FE-8343-4ED9-96F0-71CE85CCCC22}" presName="Name13" presStyleLbl="parChTrans1D2" presStyleIdx="4" presStyleCnt="9"/>
      <dgm:spPr/>
    </dgm:pt>
    <dgm:pt modelId="{C6C541B7-A68F-48F2-B4ED-637F3253E3F1}" type="pres">
      <dgm:prSet presAssocID="{E421B293-61D0-4FAD-BB77-96658FBB37DB}" presName="childText" presStyleLbl="bgAcc1" presStyleIdx="4" presStyleCnt="9">
        <dgm:presLayoutVars>
          <dgm:bulletEnabled val="1"/>
        </dgm:presLayoutVars>
      </dgm:prSet>
      <dgm:spPr/>
    </dgm:pt>
    <dgm:pt modelId="{5820E26F-8C8D-4E6D-B0A6-F941FDCA064F}" type="pres">
      <dgm:prSet presAssocID="{547C22A1-81C4-4467-8BAB-CAF40B7E44D9}" presName="Name13" presStyleLbl="parChTrans1D2" presStyleIdx="5" presStyleCnt="9"/>
      <dgm:spPr/>
    </dgm:pt>
    <dgm:pt modelId="{72223D43-B1E4-4F68-9BFA-07A64829FD17}" type="pres">
      <dgm:prSet presAssocID="{8BC6438C-0817-4A56-A285-BC9FACE70633}" presName="childText" presStyleLbl="bgAcc1" presStyleIdx="5" presStyleCnt="9">
        <dgm:presLayoutVars>
          <dgm:bulletEnabled val="1"/>
        </dgm:presLayoutVars>
      </dgm:prSet>
      <dgm:spPr/>
    </dgm:pt>
    <dgm:pt modelId="{26BFF9EB-B6F8-4D96-9CF2-036794F068F2}" type="pres">
      <dgm:prSet presAssocID="{75FE3D6A-C873-49F9-8EC1-343780841297}" presName="root" presStyleCnt="0"/>
      <dgm:spPr/>
    </dgm:pt>
    <dgm:pt modelId="{CD20233F-7677-4BF8-BB22-967B14F44842}" type="pres">
      <dgm:prSet presAssocID="{75FE3D6A-C873-49F9-8EC1-343780841297}" presName="rootComposite" presStyleCnt="0"/>
      <dgm:spPr/>
    </dgm:pt>
    <dgm:pt modelId="{7661F54B-8E87-45CD-9E17-255C438D1B4B}" type="pres">
      <dgm:prSet presAssocID="{75FE3D6A-C873-49F9-8EC1-343780841297}" presName="rootText" presStyleLbl="node1" presStyleIdx="2" presStyleCnt="3"/>
      <dgm:spPr/>
    </dgm:pt>
    <dgm:pt modelId="{D53ACF9D-9666-4C59-A3C1-48071B8DBF6F}" type="pres">
      <dgm:prSet presAssocID="{75FE3D6A-C873-49F9-8EC1-343780841297}" presName="rootConnector" presStyleLbl="node1" presStyleIdx="2" presStyleCnt="3"/>
      <dgm:spPr/>
    </dgm:pt>
    <dgm:pt modelId="{6C63DEDA-987A-49D8-98F3-224D73CEF734}" type="pres">
      <dgm:prSet presAssocID="{75FE3D6A-C873-49F9-8EC1-343780841297}" presName="childShape" presStyleCnt="0"/>
      <dgm:spPr/>
    </dgm:pt>
    <dgm:pt modelId="{D95A6F95-D684-43DE-A957-4285DD782AD6}" type="pres">
      <dgm:prSet presAssocID="{EA791B42-D0C8-41F5-B173-33422A580EF4}" presName="Name13" presStyleLbl="parChTrans1D2" presStyleIdx="6" presStyleCnt="9"/>
      <dgm:spPr/>
    </dgm:pt>
    <dgm:pt modelId="{2D50695D-9810-4505-9B99-B1CBD92462F8}" type="pres">
      <dgm:prSet presAssocID="{C4C03559-6AFE-440F-A7AF-EA8CAAD107E0}" presName="childText" presStyleLbl="bgAcc1" presStyleIdx="6" presStyleCnt="9">
        <dgm:presLayoutVars>
          <dgm:bulletEnabled val="1"/>
        </dgm:presLayoutVars>
      </dgm:prSet>
      <dgm:spPr/>
    </dgm:pt>
    <dgm:pt modelId="{19C4878F-0147-4943-8384-09CF804E7EE1}" type="pres">
      <dgm:prSet presAssocID="{F971319C-4FB1-417B-9201-DF1B09BC56D3}" presName="Name13" presStyleLbl="parChTrans1D2" presStyleIdx="7" presStyleCnt="9"/>
      <dgm:spPr/>
    </dgm:pt>
    <dgm:pt modelId="{EF40D6AD-CC34-4866-83AE-C17C49449702}" type="pres">
      <dgm:prSet presAssocID="{7DAF9FF2-0C0B-4F58-8594-B139B92FA9BE}" presName="childText" presStyleLbl="bgAcc1" presStyleIdx="7" presStyleCnt="9">
        <dgm:presLayoutVars>
          <dgm:bulletEnabled val="1"/>
        </dgm:presLayoutVars>
      </dgm:prSet>
      <dgm:spPr/>
    </dgm:pt>
    <dgm:pt modelId="{60DE525C-A458-43CC-AF37-C46AA914CD62}" type="pres">
      <dgm:prSet presAssocID="{1A7B01EA-03AF-4A32-A732-40386F8B86B5}" presName="Name13" presStyleLbl="parChTrans1D2" presStyleIdx="8" presStyleCnt="9"/>
      <dgm:spPr/>
    </dgm:pt>
    <dgm:pt modelId="{7A5A9A62-1D53-4ABB-9312-E7AC7D506861}" type="pres">
      <dgm:prSet presAssocID="{470820D5-2263-4688-B6C5-FE0BA081D304}" presName="childText" presStyleLbl="bgAcc1" presStyleIdx="8" presStyleCnt="9">
        <dgm:presLayoutVars>
          <dgm:bulletEnabled val="1"/>
        </dgm:presLayoutVars>
      </dgm:prSet>
      <dgm:spPr/>
    </dgm:pt>
  </dgm:ptLst>
  <dgm:cxnLst>
    <dgm:cxn modelId="{D64C5B03-9E5C-4FB3-A4A9-B227A29F7F2A}" type="presOf" srcId="{EA791B42-D0C8-41F5-B173-33422A580EF4}" destId="{D95A6F95-D684-43DE-A957-4285DD782AD6}" srcOrd="0" destOrd="0" presId="urn:microsoft.com/office/officeart/2005/8/layout/hierarchy3"/>
    <dgm:cxn modelId="{AF86DE08-34E8-4E4E-9954-D2BFC0CCDF35}" type="presOf" srcId="{8BC6438C-0817-4A56-A285-BC9FACE70633}" destId="{72223D43-B1E4-4F68-9BFA-07A64829FD17}" srcOrd="0" destOrd="0" presId="urn:microsoft.com/office/officeart/2005/8/layout/hierarchy3"/>
    <dgm:cxn modelId="{40E12F0E-2D9E-45A0-B929-FBFB3F2B6CE1}" type="presOf" srcId="{75FE3D6A-C873-49F9-8EC1-343780841297}" destId="{D53ACF9D-9666-4C59-A3C1-48071B8DBF6F}" srcOrd="1" destOrd="0" presId="urn:microsoft.com/office/officeart/2005/8/layout/hierarchy3"/>
    <dgm:cxn modelId="{260ECF19-C539-4A70-8112-DD3A0634FE9C}" srcId="{93334A5C-39F8-41F2-923E-7DB75316A55C}" destId="{A8F59327-5CEC-47BF-AEAE-8361F8346A6E}" srcOrd="0" destOrd="0" parTransId="{43B8AAB7-94BC-4F49-8BAA-3D80A45F65C9}" sibTransId="{72439926-5F36-4EA5-8CC7-0A71116D563E}"/>
    <dgm:cxn modelId="{A245D328-AC48-4A90-8C0C-B15CCBDEAB2D}" srcId="{2DB0B427-24CB-4055-8726-04E66D0C93B1}" destId="{93334A5C-39F8-41F2-923E-7DB75316A55C}" srcOrd="1" destOrd="0" parTransId="{B95CAA88-23A4-4D6A-AA0E-0E4FB40EA22F}" sibTransId="{5B62B3B0-4B0A-4E9D-91B1-4F6922EE68F5}"/>
    <dgm:cxn modelId="{5957292D-C2ED-4FB3-96B1-8450C4907059}" type="presOf" srcId="{C4C03559-6AFE-440F-A7AF-EA8CAAD107E0}" destId="{2D50695D-9810-4505-9B99-B1CBD92462F8}" srcOrd="0" destOrd="0" presId="urn:microsoft.com/office/officeart/2005/8/layout/hierarchy3"/>
    <dgm:cxn modelId="{CBF1A834-C7A5-4808-879E-EDC00D17DFF4}" type="presOf" srcId="{E421B293-61D0-4FAD-BB77-96658FBB37DB}" destId="{C6C541B7-A68F-48F2-B4ED-637F3253E3F1}" srcOrd="0" destOrd="0" presId="urn:microsoft.com/office/officeart/2005/8/layout/hierarchy3"/>
    <dgm:cxn modelId="{17388435-3EAD-4716-B4EB-A93FBBBC9D5C}" type="presOf" srcId="{93334A5C-39F8-41F2-923E-7DB75316A55C}" destId="{DA153580-55CD-4EAE-8864-43BBCD3BAAC5}" srcOrd="0" destOrd="0" presId="urn:microsoft.com/office/officeart/2005/8/layout/hierarchy3"/>
    <dgm:cxn modelId="{5A4C5939-9704-4E90-A6C6-A932C4D6A7F7}" type="presOf" srcId="{CA7E85FB-424A-4391-8BB8-CE7E569D1C7F}" destId="{A056CCF4-3401-4BB0-8A36-8A82699E1808}" srcOrd="0" destOrd="0" presId="urn:microsoft.com/office/officeart/2005/8/layout/hierarchy3"/>
    <dgm:cxn modelId="{99A3E53C-C00C-4441-B59A-A4CF6A68420D}" type="presOf" srcId="{93334A5C-39F8-41F2-923E-7DB75316A55C}" destId="{9698BB78-B42A-49B5-A293-308A101D0721}" srcOrd="1" destOrd="0" presId="urn:microsoft.com/office/officeart/2005/8/layout/hierarchy3"/>
    <dgm:cxn modelId="{1C03404C-4676-44D7-82E6-071207F809D6}" type="presOf" srcId="{408F948F-804C-4E45-8C99-CD17F9B92A08}" destId="{FB85BABD-1AE2-486D-8B5E-F11B9F7E2F67}" srcOrd="0" destOrd="0" presId="urn:microsoft.com/office/officeart/2005/8/layout/hierarchy3"/>
    <dgm:cxn modelId="{D683AC58-24C1-4C90-8A90-35C3D528C969}" type="presOf" srcId="{AE314A84-A5B8-4665-BB8E-3605024F1892}" destId="{42843C25-E565-4546-A843-D697C9803DBD}" srcOrd="1" destOrd="0" presId="urn:microsoft.com/office/officeart/2005/8/layout/hierarchy3"/>
    <dgm:cxn modelId="{8C97DE59-49B4-40BD-AFDB-CFAA690B9822}" type="presOf" srcId="{7CB02191-D9CF-4963-8585-9EAE4E277651}" destId="{BA54FA0B-26B8-4766-B693-2D3C578601AF}" srcOrd="0" destOrd="0" presId="urn:microsoft.com/office/officeart/2005/8/layout/hierarchy3"/>
    <dgm:cxn modelId="{9835CE5D-848B-4D6A-8FBB-37F600FBF966}" type="presOf" srcId="{AE314A84-A5B8-4665-BB8E-3605024F1892}" destId="{F1AE3658-D3E2-4948-9140-E29FD31F16D1}" srcOrd="0" destOrd="0" presId="urn:microsoft.com/office/officeart/2005/8/layout/hierarchy3"/>
    <dgm:cxn modelId="{1D33CF60-BBAE-4050-85FF-37BC1E4EB1AA}" srcId="{75FE3D6A-C873-49F9-8EC1-343780841297}" destId="{7DAF9FF2-0C0B-4F58-8594-B139B92FA9BE}" srcOrd="1" destOrd="0" parTransId="{F971319C-4FB1-417B-9201-DF1B09BC56D3}" sibTransId="{329A2EEE-6FDA-4F86-935B-E7CA54C0A702}"/>
    <dgm:cxn modelId="{E316A565-8252-4A3E-9344-F9D2AE0EA986}" type="presOf" srcId="{75FE3D6A-C873-49F9-8EC1-343780841297}" destId="{7661F54B-8E87-45CD-9E17-255C438D1B4B}" srcOrd="0" destOrd="0" presId="urn:microsoft.com/office/officeart/2005/8/layout/hierarchy3"/>
    <dgm:cxn modelId="{C7A0B269-52B0-4130-A94D-10C0F0CDCFC1}" type="presOf" srcId="{43B8AAB7-94BC-4F49-8BAA-3D80A45F65C9}" destId="{AC9E9862-C9BB-4F39-BFB0-059256C2C7FA}" srcOrd="0" destOrd="0" presId="urn:microsoft.com/office/officeart/2005/8/layout/hierarchy3"/>
    <dgm:cxn modelId="{15C9BA69-F655-4A7F-AD8F-FA6E6F5145E1}" type="presOf" srcId="{DCE8282A-1850-4F8D-A07D-D27D0B813F5A}" destId="{71B79103-C411-4209-BEE6-A5E22DD25670}" srcOrd="0" destOrd="0" presId="urn:microsoft.com/office/officeart/2005/8/layout/hierarchy3"/>
    <dgm:cxn modelId="{D0D6F16B-99A0-4889-9B28-E60EE89038FF}" type="presOf" srcId="{BD6F093A-FB23-4BC8-8BA6-C90E63EFF239}" destId="{B28C82B2-28A1-4979-8BA1-7B31D27697FD}" srcOrd="0" destOrd="0" presId="urn:microsoft.com/office/officeart/2005/8/layout/hierarchy3"/>
    <dgm:cxn modelId="{FCF2CA7E-F342-4264-9B25-B0866DDE2CC0}" srcId="{2DB0B427-24CB-4055-8726-04E66D0C93B1}" destId="{75FE3D6A-C873-49F9-8EC1-343780841297}" srcOrd="2" destOrd="0" parTransId="{B4AF4C9F-D776-4EE6-91B4-9D37D14A149B}" sibTransId="{8336978C-A5C0-4222-83BF-C24899875C00}"/>
    <dgm:cxn modelId="{BB93737F-FCC1-41D8-AA90-34E1756DC090}" type="presOf" srcId="{A8F59327-5CEC-47BF-AEAE-8361F8346A6E}" destId="{2646EF7C-67B4-414B-8AA9-B2BF2FF0B1EC}" srcOrd="0" destOrd="0" presId="urn:microsoft.com/office/officeart/2005/8/layout/hierarchy3"/>
    <dgm:cxn modelId="{4E57668F-3269-40DF-ADEF-39906F736454}" srcId="{93334A5C-39F8-41F2-923E-7DB75316A55C}" destId="{8BC6438C-0817-4A56-A285-BC9FACE70633}" srcOrd="2" destOrd="0" parTransId="{547C22A1-81C4-4467-8BAB-CAF40B7E44D9}" sibTransId="{AC29A4C6-6177-4ED4-9526-AEAA1EDD93DA}"/>
    <dgm:cxn modelId="{6C5FD1A7-5064-4D98-A8F5-857923EED116}" type="presOf" srcId="{2DB0B427-24CB-4055-8726-04E66D0C93B1}" destId="{01986E2C-5516-4974-8009-906822F71A72}" srcOrd="0" destOrd="0" presId="urn:microsoft.com/office/officeart/2005/8/layout/hierarchy3"/>
    <dgm:cxn modelId="{89A37DAC-2D73-4E5E-A683-8E389BB1528D}" type="presOf" srcId="{547C22A1-81C4-4467-8BAB-CAF40B7E44D9}" destId="{5820E26F-8C8D-4E6D-B0A6-F941FDCA064F}" srcOrd="0" destOrd="0" presId="urn:microsoft.com/office/officeart/2005/8/layout/hierarchy3"/>
    <dgm:cxn modelId="{CD615FAD-F62E-4695-9B04-23E755404D32}" srcId="{75FE3D6A-C873-49F9-8EC1-343780841297}" destId="{C4C03559-6AFE-440F-A7AF-EA8CAAD107E0}" srcOrd="0" destOrd="0" parTransId="{EA791B42-D0C8-41F5-B173-33422A580EF4}" sibTransId="{E73179C2-027A-48C6-9888-3F49DE034C49}"/>
    <dgm:cxn modelId="{81554EB0-AE56-4A26-84F5-CBF89897754B}" type="presOf" srcId="{F971319C-4FB1-417B-9201-DF1B09BC56D3}" destId="{19C4878F-0147-4943-8384-09CF804E7EE1}" srcOrd="0" destOrd="0" presId="urn:microsoft.com/office/officeart/2005/8/layout/hierarchy3"/>
    <dgm:cxn modelId="{2EACE5B2-AD6D-43A8-9625-429B3EF9A450}" srcId="{93334A5C-39F8-41F2-923E-7DB75316A55C}" destId="{E421B293-61D0-4FAD-BB77-96658FBB37DB}" srcOrd="1" destOrd="0" parTransId="{585145FE-8343-4ED9-96F0-71CE85CCCC22}" sibTransId="{A88BA2F3-79F8-44D8-BBB0-86B307231D7A}"/>
    <dgm:cxn modelId="{D4D382C1-FF22-410F-93C5-E6F5771111AF}" srcId="{AE314A84-A5B8-4665-BB8E-3605024F1892}" destId="{BD6F093A-FB23-4BC8-8BA6-C90E63EFF239}" srcOrd="1" destOrd="0" parTransId="{7CB02191-D9CF-4963-8585-9EAE4E277651}" sibTransId="{977043B4-CE73-4D3B-ACA2-42D2AFB628EC}"/>
    <dgm:cxn modelId="{CB9114C4-62E0-4107-A696-922E4A62E663}" srcId="{2DB0B427-24CB-4055-8726-04E66D0C93B1}" destId="{AE314A84-A5B8-4665-BB8E-3605024F1892}" srcOrd="0" destOrd="0" parTransId="{AC6B99DF-2C59-4797-BA4E-8E9148612A14}" sibTransId="{AEF9DDA4-41C3-451E-BD28-3E9C771FD828}"/>
    <dgm:cxn modelId="{DA1AB0CF-F897-450F-AB0B-7AB5B6C0C51C}" type="presOf" srcId="{F652DFBB-8BBE-4EF6-A510-54CDF7B16521}" destId="{6E00F548-E1DE-4215-AF78-8EBE8B39ED3B}" srcOrd="0" destOrd="0" presId="urn:microsoft.com/office/officeart/2005/8/layout/hierarchy3"/>
    <dgm:cxn modelId="{BDCD04D3-7DE2-4D0C-8DFE-05A807BB3DF6}" srcId="{AE314A84-A5B8-4665-BB8E-3605024F1892}" destId="{F652DFBB-8BBE-4EF6-A510-54CDF7B16521}" srcOrd="2" destOrd="0" parTransId="{CA7E85FB-424A-4391-8BB8-CE7E569D1C7F}" sibTransId="{F09C3383-323D-444E-A9E1-10CCB1482B8A}"/>
    <dgm:cxn modelId="{7A3B9BD8-F19D-4B60-953F-6DA3B18D423C}" type="presOf" srcId="{470820D5-2263-4688-B6C5-FE0BA081D304}" destId="{7A5A9A62-1D53-4ABB-9312-E7AC7D506861}" srcOrd="0" destOrd="0" presId="urn:microsoft.com/office/officeart/2005/8/layout/hierarchy3"/>
    <dgm:cxn modelId="{00197BDC-3374-4B49-9ABD-AF7E4F8A4336}" type="presOf" srcId="{585145FE-8343-4ED9-96F0-71CE85CCCC22}" destId="{5DAD82C7-3704-40AB-A68F-0F5D29F94ADA}" srcOrd="0" destOrd="0" presId="urn:microsoft.com/office/officeart/2005/8/layout/hierarchy3"/>
    <dgm:cxn modelId="{BFF2F4EB-A07F-43F7-8EA3-DF119599F2F7}" srcId="{75FE3D6A-C873-49F9-8EC1-343780841297}" destId="{470820D5-2263-4688-B6C5-FE0BA081D304}" srcOrd="2" destOrd="0" parTransId="{1A7B01EA-03AF-4A32-A732-40386F8B86B5}" sibTransId="{008C72B0-F52E-4841-83C1-52AEDAE88F99}"/>
    <dgm:cxn modelId="{E80109F7-B820-4D22-A796-7F0D3B769C0B}" srcId="{AE314A84-A5B8-4665-BB8E-3605024F1892}" destId="{408F948F-804C-4E45-8C99-CD17F9B92A08}" srcOrd="0" destOrd="0" parTransId="{DCE8282A-1850-4F8D-A07D-D27D0B813F5A}" sibTransId="{C1A61C1C-CCD1-4DF4-9636-A8FE87722896}"/>
    <dgm:cxn modelId="{DFF221FC-F427-4F25-AA2E-A37E3F7BB7AD}" type="presOf" srcId="{1A7B01EA-03AF-4A32-A732-40386F8B86B5}" destId="{60DE525C-A458-43CC-AF37-C46AA914CD62}" srcOrd="0" destOrd="0" presId="urn:microsoft.com/office/officeart/2005/8/layout/hierarchy3"/>
    <dgm:cxn modelId="{1BB424FD-EC9B-4EFD-B9CD-65EE7D039C6D}" type="presOf" srcId="{7DAF9FF2-0C0B-4F58-8594-B139B92FA9BE}" destId="{EF40D6AD-CC34-4866-83AE-C17C49449702}" srcOrd="0" destOrd="0" presId="urn:microsoft.com/office/officeart/2005/8/layout/hierarchy3"/>
    <dgm:cxn modelId="{A7024AE9-E9B2-45D5-947D-CAD8750694ED}" type="presParOf" srcId="{01986E2C-5516-4974-8009-906822F71A72}" destId="{79EA3A88-459F-4875-96A9-2DEFE65EF5E5}" srcOrd="0" destOrd="0" presId="urn:microsoft.com/office/officeart/2005/8/layout/hierarchy3"/>
    <dgm:cxn modelId="{75C294A1-A8BC-4209-8CD8-9493B3B91EBF}" type="presParOf" srcId="{79EA3A88-459F-4875-96A9-2DEFE65EF5E5}" destId="{C81261D9-0DE4-482F-B405-F534E501230A}" srcOrd="0" destOrd="0" presId="urn:microsoft.com/office/officeart/2005/8/layout/hierarchy3"/>
    <dgm:cxn modelId="{CD12A6C2-3E13-4225-AF6E-F77A9DB177C7}" type="presParOf" srcId="{C81261D9-0DE4-482F-B405-F534E501230A}" destId="{F1AE3658-D3E2-4948-9140-E29FD31F16D1}" srcOrd="0" destOrd="0" presId="urn:microsoft.com/office/officeart/2005/8/layout/hierarchy3"/>
    <dgm:cxn modelId="{CFA6170D-7E21-4876-BC37-6447E61D4FF8}" type="presParOf" srcId="{C81261D9-0DE4-482F-B405-F534E501230A}" destId="{42843C25-E565-4546-A843-D697C9803DBD}" srcOrd="1" destOrd="0" presId="urn:microsoft.com/office/officeart/2005/8/layout/hierarchy3"/>
    <dgm:cxn modelId="{E46A6D34-6D15-4D38-BAF4-95AF369F8BFA}" type="presParOf" srcId="{79EA3A88-459F-4875-96A9-2DEFE65EF5E5}" destId="{064116B2-9FC5-4EDA-9E6A-CF21DE926896}" srcOrd="1" destOrd="0" presId="urn:microsoft.com/office/officeart/2005/8/layout/hierarchy3"/>
    <dgm:cxn modelId="{DA5E8618-74A3-4175-80B1-3DAAEE9C004B}" type="presParOf" srcId="{064116B2-9FC5-4EDA-9E6A-CF21DE926896}" destId="{71B79103-C411-4209-BEE6-A5E22DD25670}" srcOrd="0" destOrd="0" presId="urn:microsoft.com/office/officeart/2005/8/layout/hierarchy3"/>
    <dgm:cxn modelId="{8862C7D5-760E-4B7C-9849-99103489A999}" type="presParOf" srcId="{064116B2-9FC5-4EDA-9E6A-CF21DE926896}" destId="{FB85BABD-1AE2-486D-8B5E-F11B9F7E2F67}" srcOrd="1" destOrd="0" presId="urn:microsoft.com/office/officeart/2005/8/layout/hierarchy3"/>
    <dgm:cxn modelId="{0E40115E-8948-4095-BB1C-905DDCBA6FB9}" type="presParOf" srcId="{064116B2-9FC5-4EDA-9E6A-CF21DE926896}" destId="{BA54FA0B-26B8-4766-B693-2D3C578601AF}" srcOrd="2" destOrd="0" presId="urn:microsoft.com/office/officeart/2005/8/layout/hierarchy3"/>
    <dgm:cxn modelId="{963BBFD0-F7EC-41D3-8D33-D3A63FABB169}" type="presParOf" srcId="{064116B2-9FC5-4EDA-9E6A-CF21DE926896}" destId="{B28C82B2-28A1-4979-8BA1-7B31D27697FD}" srcOrd="3" destOrd="0" presId="urn:microsoft.com/office/officeart/2005/8/layout/hierarchy3"/>
    <dgm:cxn modelId="{0412FC77-DFD7-49A2-AB1E-F9CC1677D0D5}" type="presParOf" srcId="{064116B2-9FC5-4EDA-9E6A-CF21DE926896}" destId="{A056CCF4-3401-4BB0-8A36-8A82699E1808}" srcOrd="4" destOrd="0" presId="urn:microsoft.com/office/officeart/2005/8/layout/hierarchy3"/>
    <dgm:cxn modelId="{96BBF0EF-4B05-4198-803C-8FB1109B90B3}" type="presParOf" srcId="{064116B2-9FC5-4EDA-9E6A-CF21DE926896}" destId="{6E00F548-E1DE-4215-AF78-8EBE8B39ED3B}" srcOrd="5" destOrd="0" presId="urn:microsoft.com/office/officeart/2005/8/layout/hierarchy3"/>
    <dgm:cxn modelId="{9044303D-3320-4FCD-9E4C-82FDA38BDB90}" type="presParOf" srcId="{01986E2C-5516-4974-8009-906822F71A72}" destId="{32AD9824-0BEA-489B-827B-0CE8F9A79EBF}" srcOrd="1" destOrd="0" presId="urn:microsoft.com/office/officeart/2005/8/layout/hierarchy3"/>
    <dgm:cxn modelId="{55A88CE3-C28B-4C0A-B80D-9A2C90C14FD8}" type="presParOf" srcId="{32AD9824-0BEA-489B-827B-0CE8F9A79EBF}" destId="{86DBE995-6832-4B1A-8AF6-1796468AF327}" srcOrd="0" destOrd="0" presId="urn:microsoft.com/office/officeart/2005/8/layout/hierarchy3"/>
    <dgm:cxn modelId="{58087F43-F3A8-4A59-A043-8702167302D2}" type="presParOf" srcId="{86DBE995-6832-4B1A-8AF6-1796468AF327}" destId="{DA153580-55CD-4EAE-8864-43BBCD3BAAC5}" srcOrd="0" destOrd="0" presId="urn:microsoft.com/office/officeart/2005/8/layout/hierarchy3"/>
    <dgm:cxn modelId="{E131FEB9-24A1-43BC-8F9C-207DA23A984A}" type="presParOf" srcId="{86DBE995-6832-4B1A-8AF6-1796468AF327}" destId="{9698BB78-B42A-49B5-A293-308A101D0721}" srcOrd="1" destOrd="0" presId="urn:microsoft.com/office/officeart/2005/8/layout/hierarchy3"/>
    <dgm:cxn modelId="{3D60B8B7-C979-485D-9017-E35FBF20990D}" type="presParOf" srcId="{32AD9824-0BEA-489B-827B-0CE8F9A79EBF}" destId="{AEA0A440-AA69-4117-BF9B-B31494E67088}" srcOrd="1" destOrd="0" presId="urn:microsoft.com/office/officeart/2005/8/layout/hierarchy3"/>
    <dgm:cxn modelId="{EDF97FB3-3122-46D8-B851-C48CCEC32C93}" type="presParOf" srcId="{AEA0A440-AA69-4117-BF9B-B31494E67088}" destId="{AC9E9862-C9BB-4F39-BFB0-059256C2C7FA}" srcOrd="0" destOrd="0" presId="urn:microsoft.com/office/officeart/2005/8/layout/hierarchy3"/>
    <dgm:cxn modelId="{B7F32AE0-91B8-4D97-845C-6EB8ACF11010}" type="presParOf" srcId="{AEA0A440-AA69-4117-BF9B-B31494E67088}" destId="{2646EF7C-67B4-414B-8AA9-B2BF2FF0B1EC}" srcOrd="1" destOrd="0" presId="urn:microsoft.com/office/officeart/2005/8/layout/hierarchy3"/>
    <dgm:cxn modelId="{D7F41FC2-A89A-42BD-9853-BDBBC16A925A}" type="presParOf" srcId="{AEA0A440-AA69-4117-BF9B-B31494E67088}" destId="{5DAD82C7-3704-40AB-A68F-0F5D29F94ADA}" srcOrd="2" destOrd="0" presId="urn:microsoft.com/office/officeart/2005/8/layout/hierarchy3"/>
    <dgm:cxn modelId="{4B6C0412-3D19-4BBE-8EBC-5872CCCDBF2D}" type="presParOf" srcId="{AEA0A440-AA69-4117-BF9B-B31494E67088}" destId="{C6C541B7-A68F-48F2-B4ED-637F3253E3F1}" srcOrd="3" destOrd="0" presId="urn:microsoft.com/office/officeart/2005/8/layout/hierarchy3"/>
    <dgm:cxn modelId="{2031FDBA-B172-4F4E-BE6A-CC1038F89ED1}" type="presParOf" srcId="{AEA0A440-AA69-4117-BF9B-B31494E67088}" destId="{5820E26F-8C8D-4E6D-B0A6-F941FDCA064F}" srcOrd="4" destOrd="0" presId="urn:microsoft.com/office/officeart/2005/8/layout/hierarchy3"/>
    <dgm:cxn modelId="{EE545DC5-9677-47C8-A1B9-A1BF76A36BA5}" type="presParOf" srcId="{AEA0A440-AA69-4117-BF9B-B31494E67088}" destId="{72223D43-B1E4-4F68-9BFA-07A64829FD17}" srcOrd="5" destOrd="0" presId="urn:microsoft.com/office/officeart/2005/8/layout/hierarchy3"/>
    <dgm:cxn modelId="{9AF7EC83-AAC0-414D-A43A-D630E01EF755}" type="presParOf" srcId="{01986E2C-5516-4974-8009-906822F71A72}" destId="{26BFF9EB-B6F8-4D96-9CF2-036794F068F2}" srcOrd="2" destOrd="0" presId="urn:microsoft.com/office/officeart/2005/8/layout/hierarchy3"/>
    <dgm:cxn modelId="{D9533DB2-85C0-4751-ACC2-FBCAE6E8611D}" type="presParOf" srcId="{26BFF9EB-B6F8-4D96-9CF2-036794F068F2}" destId="{CD20233F-7677-4BF8-BB22-967B14F44842}" srcOrd="0" destOrd="0" presId="urn:microsoft.com/office/officeart/2005/8/layout/hierarchy3"/>
    <dgm:cxn modelId="{F223A738-8BAF-43AB-95AE-1DAB685EA880}" type="presParOf" srcId="{CD20233F-7677-4BF8-BB22-967B14F44842}" destId="{7661F54B-8E87-45CD-9E17-255C438D1B4B}" srcOrd="0" destOrd="0" presId="urn:microsoft.com/office/officeart/2005/8/layout/hierarchy3"/>
    <dgm:cxn modelId="{1DFBE436-5741-488F-B577-F7E3AD39CE1F}" type="presParOf" srcId="{CD20233F-7677-4BF8-BB22-967B14F44842}" destId="{D53ACF9D-9666-4C59-A3C1-48071B8DBF6F}" srcOrd="1" destOrd="0" presId="urn:microsoft.com/office/officeart/2005/8/layout/hierarchy3"/>
    <dgm:cxn modelId="{15C5D578-983F-4B88-B61D-D95C1C2DA398}" type="presParOf" srcId="{26BFF9EB-B6F8-4D96-9CF2-036794F068F2}" destId="{6C63DEDA-987A-49D8-98F3-224D73CEF734}" srcOrd="1" destOrd="0" presId="urn:microsoft.com/office/officeart/2005/8/layout/hierarchy3"/>
    <dgm:cxn modelId="{AB569065-4E97-4A07-BC92-0EDF23500E7D}" type="presParOf" srcId="{6C63DEDA-987A-49D8-98F3-224D73CEF734}" destId="{D95A6F95-D684-43DE-A957-4285DD782AD6}" srcOrd="0" destOrd="0" presId="urn:microsoft.com/office/officeart/2005/8/layout/hierarchy3"/>
    <dgm:cxn modelId="{798D4DCD-C25E-4AC5-A77A-7F58530C110A}" type="presParOf" srcId="{6C63DEDA-987A-49D8-98F3-224D73CEF734}" destId="{2D50695D-9810-4505-9B99-B1CBD92462F8}" srcOrd="1" destOrd="0" presId="urn:microsoft.com/office/officeart/2005/8/layout/hierarchy3"/>
    <dgm:cxn modelId="{4984993F-6BDC-4838-9EBC-A3859B9A3E79}" type="presParOf" srcId="{6C63DEDA-987A-49D8-98F3-224D73CEF734}" destId="{19C4878F-0147-4943-8384-09CF804E7EE1}" srcOrd="2" destOrd="0" presId="urn:microsoft.com/office/officeart/2005/8/layout/hierarchy3"/>
    <dgm:cxn modelId="{289A51FB-A027-49A5-9147-E30E5AB202A6}" type="presParOf" srcId="{6C63DEDA-987A-49D8-98F3-224D73CEF734}" destId="{EF40D6AD-CC34-4866-83AE-C17C49449702}" srcOrd="3" destOrd="0" presId="urn:microsoft.com/office/officeart/2005/8/layout/hierarchy3"/>
    <dgm:cxn modelId="{9E5F0929-A47D-4C90-B2AA-B25FB7BE49C2}" type="presParOf" srcId="{6C63DEDA-987A-49D8-98F3-224D73CEF734}" destId="{60DE525C-A458-43CC-AF37-C46AA914CD62}" srcOrd="4" destOrd="0" presId="urn:microsoft.com/office/officeart/2005/8/layout/hierarchy3"/>
    <dgm:cxn modelId="{7D57344D-41E4-4BC7-B3C3-26553171475C}" type="presParOf" srcId="{6C63DEDA-987A-49D8-98F3-224D73CEF734}" destId="{7A5A9A62-1D53-4ABB-9312-E7AC7D506861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1222E0B-9430-425C-A668-8CFA8C096AC6}" type="doc">
      <dgm:prSet loTypeId="urn:microsoft.com/office/officeart/2005/8/layout/process4" loCatId="process" qsTypeId="urn:microsoft.com/office/officeart/2005/8/quickstyle/simple1#6" qsCatId="simple" csTypeId="urn:microsoft.com/office/officeart/2005/8/colors/accent1_2#5" csCatId="accent1" phldr="1"/>
      <dgm:spPr/>
      <dgm:t>
        <a:bodyPr/>
        <a:lstStyle/>
        <a:p>
          <a:endParaRPr lang="en-US"/>
        </a:p>
      </dgm:t>
    </dgm:pt>
    <dgm:pt modelId="{904C2444-A55B-470B-87A8-9EB230AC4D9F}">
      <dgm:prSet phldrT="[Text]" custT="1"/>
      <dgm:spPr/>
      <dgm:t>
        <a:bodyPr/>
        <a:lstStyle/>
        <a:p>
          <a:pPr>
            <a:buNone/>
          </a:pPr>
          <a:r>
            <a:rPr lang="en-US" sz="1200" dirty="0"/>
            <a:t>Real Consumer Response</a:t>
          </a:r>
        </a:p>
      </dgm:t>
    </dgm:pt>
    <dgm:pt modelId="{6521AD1B-C319-4E19-8E33-939D4D7F4F93}" type="parTrans" cxnId="{3E94BB01-8D5D-441B-B704-25CF30C57B02}">
      <dgm:prSet/>
      <dgm:spPr/>
      <dgm:t>
        <a:bodyPr/>
        <a:lstStyle/>
        <a:p>
          <a:endParaRPr lang="en-US"/>
        </a:p>
      </dgm:t>
    </dgm:pt>
    <dgm:pt modelId="{69F8B344-7E99-4B63-9D14-B22F900E301E}" type="sibTrans" cxnId="{3E94BB01-8D5D-441B-B704-25CF30C57B02}">
      <dgm:prSet/>
      <dgm:spPr/>
      <dgm:t>
        <a:bodyPr/>
        <a:lstStyle/>
        <a:p>
          <a:endParaRPr lang="en-US"/>
        </a:p>
      </dgm:t>
    </dgm:pt>
    <dgm:pt modelId="{383CAB0B-7092-41CB-8D0A-5D56DDDFA73B}">
      <dgm:prSet custT="1"/>
      <dgm:spPr/>
      <dgm:t>
        <a:bodyPr/>
        <a:lstStyle/>
        <a:p>
          <a:pPr>
            <a:buNone/>
          </a:pPr>
          <a:r>
            <a:rPr lang="en-US" sz="1200" dirty="0"/>
            <a:t>AI Simulation Response</a:t>
          </a:r>
        </a:p>
      </dgm:t>
    </dgm:pt>
    <dgm:pt modelId="{4E8D9D2E-8364-4A4D-A81D-06BBF8E03FE1}" type="parTrans" cxnId="{4F435DE1-2AD3-44FF-91B8-CB10559EAB79}">
      <dgm:prSet/>
      <dgm:spPr/>
      <dgm:t>
        <a:bodyPr/>
        <a:lstStyle/>
        <a:p>
          <a:endParaRPr lang="en-US"/>
        </a:p>
      </dgm:t>
    </dgm:pt>
    <dgm:pt modelId="{67E0230F-6D00-4D0B-923C-09F2BA507687}" type="sibTrans" cxnId="{4F435DE1-2AD3-44FF-91B8-CB10559EAB79}">
      <dgm:prSet/>
      <dgm:spPr/>
      <dgm:t>
        <a:bodyPr/>
        <a:lstStyle/>
        <a:p>
          <a:endParaRPr lang="en-US"/>
        </a:p>
      </dgm:t>
    </dgm:pt>
    <dgm:pt modelId="{0311E00E-5E0B-46F7-A785-468F451A424A}">
      <dgm:prSet custT="1"/>
      <dgm:spPr/>
      <dgm:t>
        <a:bodyPr/>
        <a:lstStyle/>
        <a:p>
          <a:pPr>
            <a:buNone/>
          </a:pPr>
          <a:r>
            <a:rPr lang="en-US" sz="1200" dirty="0"/>
            <a:t>Automated Evaluation</a:t>
          </a:r>
        </a:p>
      </dgm:t>
    </dgm:pt>
    <dgm:pt modelId="{32BB7AE5-4695-4480-A7F4-24E998022E7D}" type="parTrans" cxnId="{64D45B17-561F-4291-ABCA-06FC9B2DF113}">
      <dgm:prSet/>
      <dgm:spPr/>
      <dgm:t>
        <a:bodyPr/>
        <a:lstStyle/>
        <a:p>
          <a:endParaRPr lang="en-US"/>
        </a:p>
      </dgm:t>
    </dgm:pt>
    <dgm:pt modelId="{4D071C0A-F43A-4FD9-B2FE-F9EE93A8D65F}" type="sibTrans" cxnId="{64D45B17-561F-4291-ABCA-06FC9B2DF113}">
      <dgm:prSet/>
      <dgm:spPr/>
      <dgm:t>
        <a:bodyPr/>
        <a:lstStyle/>
        <a:p>
          <a:endParaRPr lang="en-US"/>
        </a:p>
      </dgm:t>
    </dgm:pt>
    <dgm:pt modelId="{DFF0E594-EF1E-4E37-B21D-3CA1E9123023}">
      <dgm:prSet custT="1"/>
      <dgm:spPr/>
      <dgm:t>
        <a:bodyPr/>
        <a:lstStyle/>
        <a:p>
          <a:pPr>
            <a:buNone/>
          </a:pPr>
          <a:r>
            <a:rPr lang="en-US" sz="1200" dirty="0"/>
            <a:t>Human </a:t>
          </a:r>
          <a:r>
            <a:rPr lang="en-DE" sz="1200" dirty="0"/>
            <a:t>Evaluation</a:t>
          </a:r>
          <a:endParaRPr lang="en-US" sz="1200" dirty="0"/>
        </a:p>
      </dgm:t>
    </dgm:pt>
    <dgm:pt modelId="{124EEA0D-14DD-4E22-8EE9-A3341D1E03D1}" type="parTrans" cxnId="{649B3E47-AA4B-4B71-BEDA-3870AF64CD7F}">
      <dgm:prSet/>
      <dgm:spPr/>
      <dgm:t>
        <a:bodyPr/>
        <a:lstStyle/>
        <a:p>
          <a:endParaRPr lang="en-US"/>
        </a:p>
      </dgm:t>
    </dgm:pt>
    <dgm:pt modelId="{837617D5-76ED-43CF-9315-854E85439DE0}" type="sibTrans" cxnId="{649B3E47-AA4B-4B71-BEDA-3870AF64CD7F}">
      <dgm:prSet/>
      <dgm:spPr/>
      <dgm:t>
        <a:bodyPr/>
        <a:lstStyle/>
        <a:p>
          <a:endParaRPr lang="en-US"/>
        </a:p>
      </dgm:t>
    </dgm:pt>
    <dgm:pt modelId="{7E977758-660F-41F3-B0F7-49D7C8AB5C69}">
      <dgm:prSet custT="1"/>
      <dgm:spPr/>
      <dgm:t>
        <a:bodyPr/>
        <a:lstStyle/>
        <a:p>
          <a:pPr>
            <a:buNone/>
          </a:pPr>
          <a:r>
            <a:rPr lang="en-US" sz="1200" dirty="0"/>
            <a:t>Final</a:t>
          </a:r>
          <a:r>
            <a:rPr lang="en-DE" sz="1200" dirty="0"/>
            <a:t> Result</a:t>
          </a:r>
          <a:endParaRPr lang="en-US" sz="1200" dirty="0"/>
        </a:p>
      </dgm:t>
    </dgm:pt>
    <dgm:pt modelId="{C2375073-E303-4542-B077-FD2591228CD7}" type="parTrans" cxnId="{E89360AE-65FC-4049-A967-A35BD75DDB1F}">
      <dgm:prSet/>
      <dgm:spPr/>
      <dgm:t>
        <a:bodyPr/>
        <a:lstStyle/>
        <a:p>
          <a:endParaRPr lang="en-US"/>
        </a:p>
      </dgm:t>
    </dgm:pt>
    <dgm:pt modelId="{CB0649AE-1DBD-49BD-BEA7-611D0563C0AE}" type="sibTrans" cxnId="{E89360AE-65FC-4049-A967-A35BD75DDB1F}">
      <dgm:prSet/>
      <dgm:spPr/>
      <dgm:t>
        <a:bodyPr/>
        <a:lstStyle/>
        <a:p>
          <a:endParaRPr lang="en-US"/>
        </a:p>
      </dgm:t>
    </dgm:pt>
    <dgm:pt modelId="{2C0FB458-F83A-4901-B6E0-2B067BC8AACD}">
      <dgm:prSet custT="1"/>
      <dgm:spPr/>
      <dgm:t>
        <a:bodyPr/>
        <a:lstStyle/>
        <a:p>
          <a:pPr>
            <a:buNone/>
          </a:pPr>
          <a:r>
            <a:rPr lang="en-US" sz="1000" dirty="0"/>
            <a:t>G-Eval</a:t>
          </a:r>
        </a:p>
      </dgm:t>
    </dgm:pt>
    <dgm:pt modelId="{770F5491-5E6A-43B7-BD90-49AB6B39EBDB}" type="parTrans" cxnId="{C0269FF4-9D73-460D-A329-556CCE921AAF}">
      <dgm:prSet/>
      <dgm:spPr/>
      <dgm:t>
        <a:bodyPr/>
        <a:lstStyle/>
        <a:p>
          <a:endParaRPr lang="en-US"/>
        </a:p>
      </dgm:t>
    </dgm:pt>
    <dgm:pt modelId="{4B46414F-87BF-4E68-B64B-A87E01F87F09}" type="sibTrans" cxnId="{C0269FF4-9D73-460D-A329-556CCE921AAF}">
      <dgm:prSet/>
      <dgm:spPr/>
      <dgm:t>
        <a:bodyPr/>
        <a:lstStyle/>
        <a:p>
          <a:endParaRPr lang="en-US"/>
        </a:p>
      </dgm:t>
    </dgm:pt>
    <dgm:pt modelId="{32C382F9-397A-4923-9B16-B89AE2F46BA8}">
      <dgm:prSet custT="1"/>
      <dgm:spPr/>
      <dgm:t>
        <a:bodyPr/>
        <a:lstStyle/>
        <a:p>
          <a:pPr>
            <a:buNone/>
          </a:pPr>
          <a:r>
            <a:rPr lang="en-US" sz="1000" dirty="0"/>
            <a:t>Claim Alignment</a:t>
          </a:r>
        </a:p>
      </dgm:t>
    </dgm:pt>
    <dgm:pt modelId="{3EAE2276-72DD-4BD6-BE63-A585F4CE62A1}" type="parTrans" cxnId="{301DEDDA-E24E-424F-8284-29F926AE049A}">
      <dgm:prSet/>
      <dgm:spPr/>
      <dgm:t>
        <a:bodyPr/>
        <a:lstStyle/>
        <a:p>
          <a:endParaRPr lang="en-US"/>
        </a:p>
      </dgm:t>
    </dgm:pt>
    <dgm:pt modelId="{5B3EBB84-8675-4F0C-B84B-E4D6A0477551}" type="sibTrans" cxnId="{301DEDDA-E24E-424F-8284-29F926AE049A}">
      <dgm:prSet/>
      <dgm:spPr/>
      <dgm:t>
        <a:bodyPr/>
        <a:lstStyle/>
        <a:p>
          <a:endParaRPr lang="en-US"/>
        </a:p>
      </dgm:t>
    </dgm:pt>
    <dgm:pt modelId="{B9D0C9C6-433B-4E34-81F4-6C97733E9EC4}">
      <dgm:prSet custT="1"/>
      <dgm:spPr/>
      <dgm:t>
        <a:bodyPr/>
        <a:lstStyle/>
        <a:p>
          <a:pPr>
            <a:buNone/>
          </a:pPr>
          <a:r>
            <a:rPr lang="en-US" sz="1000" dirty="0"/>
            <a:t> NLI </a:t>
          </a:r>
          <a:r>
            <a:rPr lang="en-US" sz="1000" dirty="0" err="1"/>
            <a:t>Chec</a:t>
          </a:r>
          <a:r>
            <a:rPr lang="en-DE" sz="1000" dirty="0"/>
            <a:t>k</a:t>
          </a:r>
          <a:endParaRPr lang="en-US" sz="1000" dirty="0"/>
        </a:p>
      </dgm:t>
    </dgm:pt>
    <dgm:pt modelId="{9F7160E2-9FE8-47A0-B36B-949E21AAEBEF}" type="parTrans" cxnId="{E2E7C24E-E34D-44F3-A085-6AB10C29B38B}">
      <dgm:prSet/>
      <dgm:spPr/>
      <dgm:t>
        <a:bodyPr/>
        <a:lstStyle/>
        <a:p>
          <a:endParaRPr lang="en-US"/>
        </a:p>
      </dgm:t>
    </dgm:pt>
    <dgm:pt modelId="{8BD6EFEB-EE38-4207-9B13-5A7BBE4E79EA}" type="sibTrans" cxnId="{E2E7C24E-E34D-44F3-A085-6AB10C29B38B}">
      <dgm:prSet/>
      <dgm:spPr/>
      <dgm:t>
        <a:bodyPr/>
        <a:lstStyle/>
        <a:p>
          <a:endParaRPr lang="en-US"/>
        </a:p>
      </dgm:t>
    </dgm:pt>
    <dgm:pt modelId="{70B6D034-0894-4A68-92F1-8EBE64753924}">
      <dgm:prSet custT="1"/>
      <dgm:spPr/>
      <dgm:t>
        <a:bodyPr/>
        <a:lstStyle/>
        <a:p>
          <a:pPr>
            <a:buNone/>
          </a:pPr>
          <a:r>
            <a:rPr lang="en-US" sz="1000" dirty="0"/>
            <a:t>Semantic Similarity</a:t>
          </a:r>
        </a:p>
      </dgm:t>
    </dgm:pt>
    <dgm:pt modelId="{80480BFF-A39A-4B70-9C36-2D4F279144AD}" type="parTrans" cxnId="{08F52D09-1D0E-479A-98C2-F5920F479569}">
      <dgm:prSet/>
      <dgm:spPr/>
      <dgm:t>
        <a:bodyPr/>
        <a:lstStyle/>
        <a:p>
          <a:endParaRPr lang="en-US"/>
        </a:p>
      </dgm:t>
    </dgm:pt>
    <dgm:pt modelId="{405BDB57-8AD8-4514-A7EC-02EC3D1C4D23}" type="sibTrans" cxnId="{08F52D09-1D0E-479A-98C2-F5920F479569}">
      <dgm:prSet/>
      <dgm:spPr/>
      <dgm:t>
        <a:bodyPr/>
        <a:lstStyle/>
        <a:p>
          <a:endParaRPr lang="en-US"/>
        </a:p>
      </dgm:t>
    </dgm:pt>
    <dgm:pt modelId="{14BEA5B2-4324-4EC4-A3FB-7EBE90F35889}">
      <dgm:prSet custT="1"/>
      <dgm:spPr/>
      <dgm:t>
        <a:bodyPr/>
        <a:lstStyle/>
        <a:p>
          <a:pPr>
            <a:buNone/>
          </a:pPr>
          <a:r>
            <a:rPr lang="en-US" sz="1200"/>
            <a:t>Human </a:t>
          </a:r>
          <a:r>
            <a:rPr lang="en-DE" sz="1200"/>
            <a:t>Evaluation  + Automated Evaluation </a:t>
          </a:r>
          <a:endParaRPr lang="en-US" sz="1200" dirty="0"/>
        </a:p>
      </dgm:t>
    </dgm:pt>
    <dgm:pt modelId="{F5A47319-CF7D-4FED-8F52-DB4E4085B506}" type="parTrans" cxnId="{C879FD33-126C-4465-848E-C14AF4E7957D}">
      <dgm:prSet/>
      <dgm:spPr/>
      <dgm:t>
        <a:bodyPr/>
        <a:lstStyle/>
        <a:p>
          <a:endParaRPr lang="en-US"/>
        </a:p>
      </dgm:t>
    </dgm:pt>
    <dgm:pt modelId="{E576D074-6D30-497D-A381-D61BE787627C}" type="sibTrans" cxnId="{C879FD33-126C-4465-848E-C14AF4E7957D}">
      <dgm:prSet/>
      <dgm:spPr/>
      <dgm:t>
        <a:bodyPr/>
        <a:lstStyle/>
        <a:p>
          <a:endParaRPr lang="en-US"/>
        </a:p>
      </dgm:t>
    </dgm:pt>
    <dgm:pt modelId="{0549E0CE-DA8B-4DD2-BE0D-4AB2DD96C035}" type="pres">
      <dgm:prSet presAssocID="{21222E0B-9430-425C-A668-8CFA8C096AC6}" presName="Name0" presStyleCnt="0">
        <dgm:presLayoutVars>
          <dgm:dir/>
          <dgm:animLvl val="lvl"/>
          <dgm:resizeHandles val="exact"/>
        </dgm:presLayoutVars>
      </dgm:prSet>
      <dgm:spPr/>
    </dgm:pt>
    <dgm:pt modelId="{C28FE298-CB79-4517-AAE7-32A8FFF25BD9}" type="pres">
      <dgm:prSet presAssocID="{7E977758-660F-41F3-B0F7-49D7C8AB5C69}" presName="boxAndChildren" presStyleCnt="0"/>
      <dgm:spPr/>
    </dgm:pt>
    <dgm:pt modelId="{2364C54D-B754-4F02-A39B-D8905DCFA781}" type="pres">
      <dgm:prSet presAssocID="{7E977758-660F-41F3-B0F7-49D7C8AB5C69}" presName="parentTextBox" presStyleLbl="node1" presStyleIdx="0" presStyleCnt="6"/>
      <dgm:spPr/>
    </dgm:pt>
    <dgm:pt modelId="{9B579116-4CC4-423F-977E-3E993D60BFF2}" type="pres">
      <dgm:prSet presAssocID="{E576D074-6D30-497D-A381-D61BE787627C}" presName="sp" presStyleCnt="0"/>
      <dgm:spPr/>
    </dgm:pt>
    <dgm:pt modelId="{42924908-6ED6-4834-9942-47D97AE00C44}" type="pres">
      <dgm:prSet presAssocID="{14BEA5B2-4324-4EC4-A3FB-7EBE90F35889}" presName="arrowAndChildren" presStyleCnt="0"/>
      <dgm:spPr/>
    </dgm:pt>
    <dgm:pt modelId="{D07C4E2F-E5DA-46E8-A68F-F4E55B82E6D1}" type="pres">
      <dgm:prSet presAssocID="{14BEA5B2-4324-4EC4-A3FB-7EBE90F35889}" presName="parentTextArrow" presStyleLbl="node1" presStyleIdx="1" presStyleCnt="6"/>
      <dgm:spPr/>
    </dgm:pt>
    <dgm:pt modelId="{2FA7441A-D413-4E88-83FD-701E9179EAE1}" type="pres">
      <dgm:prSet presAssocID="{837617D5-76ED-43CF-9315-854E85439DE0}" presName="sp" presStyleCnt="0"/>
      <dgm:spPr/>
    </dgm:pt>
    <dgm:pt modelId="{D83D3983-DB94-4AD8-A254-602B5D03D0B0}" type="pres">
      <dgm:prSet presAssocID="{DFF0E594-EF1E-4E37-B21D-3CA1E9123023}" presName="arrowAndChildren" presStyleCnt="0"/>
      <dgm:spPr/>
    </dgm:pt>
    <dgm:pt modelId="{15BCB37A-9760-4126-9883-561FE5586105}" type="pres">
      <dgm:prSet presAssocID="{DFF0E594-EF1E-4E37-B21D-3CA1E9123023}" presName="parentTextArrow" presStyleLbl="node1" presStyleIdx="2" presStyleCnt="6"/>
      <dgm:spPr/>
    </dgm:pt>
    <dgm:pt modelId="{BB25ED6A-59F0-4662-B6D8-EB91F6FD88B1}" type="pres">
      <dgm:prSet presAssocID="{4D071C0A-F43A-4FD9-B2FE-F9EE93A8D65F}" presName="sp" presStyleCnt="0"/>
      <dgm:spPr/>
    </dgm:pt>
    <dgm:pt modelId="{7CA6828A-8214-42AB-BC8D-C6CA202FCE0F}" type="pres">
      <dgm:prSet presAssocID="{0311E00E-5E0B-46F7-A785-468F451A424A}" presName="arrowAndChildren" presStyleCnt="0"/>
      <dgm:spPr/>
    </dgm:pt>
    <dgm:pt modelId="{E2ED6614-1861-4A4E-83EF-1CB0845C7457}" type="pres">
      <dgm:prSet presAssocID="{0311E00E-5E0B-46F7-A785-468F451A424A}" presName="parentTextArrow" presStyleLbl="node1" presStyleIdx="2" presStyleCnt="6"/>
      <dgm:spPr/>
    </dgm:pt>
    <dgm:pt modelId="{215F9A4C-B7FF-4484-A97B-B2782102CA99}" type="pres">
      <dgm:prSet presAssocID="{0311E00E-5E0B-46F7-A785-468F451A424A}" presName="arrow" presStyleLbl="node1" presStyleIdx="3" presStyleCnt="6"/>
      <dgm:spPr/>
    </dgm:pt>
    <dgm:pt modelId="{3A4F4FEE-62A6-49CC-B90E-B7EC63C53C59}" type="pres">
      <dgm:prSet presAssocID="{0311E00E-5E0B-46F7-A785-468F451A424A}" presName="descendantArrow" presStyleCnt="0"/>
      <dgm:spPr/>
    </dgm:pt>
    <dgm:pt modelId="{74DC72B1-E0B3-4986-B773-5140522D05B3}" type="pres">
      <dgm:prSet presAssocID="{2C0FB458-F83A-4901-B6E0-2B067BC8AACD}" presName="childTextArrow" presStyleLbl="fgAccFollowNode1" presStyleIdx="0" presStyleCnt="4">
        <dgm:presLayoutVars>
          <dgm:bulletEnabled val="1"/>
        </dgm:presLayoutVars>
      </dgm:prSet>
      <dgm:spPr/>
    </dgm:pt>
    <dgm:pt modelId="{D3811F40-7EAF-4DCC-A2AF-6879814FBD2B}" type="pres">
      <dgm:prSet presAssocID="{32C382F9-397A-4923-9B16-B89AE2F46BA8}" presName="childTextArrow" presStyleLbl="fgAccFollowNode1" presStyleIdx="1" presStyleCnt="4">
        <dgm:presLayoutVars>
          <dgm:bulletEnabled val="1"/>
        </dgm:presLayoutVars>
      </dgm:prSet>
      <dgm:spPr/>
    </dgm:pt>
    <dgm:pt modelId="{E0C86ABD-21E7-42CC-B87C-89A053B4C361}" type="pres">
      <dgm:prSet presAssocID="{B9D0C9C6-433B-4E34-81F4-6C97733E9EC4}" presName="childTextArrow" presStyleLbl="fgAccFollowNode1" presStyleIdx="2" presStyleCnt="4">
        <dgm:presLayoutVars>
          <dgm:bulletEnabled val="1"/>
        </dgm:presLayoutVars>
      </dgm:prSet>
      <dgm:spPr/>
    </dgm:pt>
    <dgm:pt modelId="{039E5549-6E3D-4E2C-B7C6-66B1A01FDDE9}" type="pres">
      <dgm:prSet presAssocID="{70B6D034-0894-4A68-92F1-8EBE64753924}" presName="childTextArrow" presStyleLbl="fgAccFollowNode1" presStyleIdx="3" presStyleCnt="4">
        <dgm:presLayoutVars>
          <dgm:bulletEnabled val="1"/>
        </dgm:presLayoutVars>
      </dgm:prSet>
      <dgm:spPr/>
    </dgm:pt>
    <dgm:pt modelId="{B8DD79B5-FF7E-4C06-BFBC-734AD0413245}" type="pres">
      <dgm:prSet presAssocID="{67E0230F-6D00-4D0B-923C-09F2BA507687}" presName="sp" presStyleCnt="0"/>
      <dgm:spPr/>
    </dgm:pt>
    <dgm:pt modelId="{DB595598-A19C-463F-9C71-F7948986449E}" type="pres">
      <dgm:prSet presAssocID="{383CAB0B-7092-41CB-8D0A-5D56DDDFA73B}" presName="arrowAndChildren" presStyleCnt="0"/>
      <dgm:spPr/>
    </dgm:pt>
    <dgm:pt modelId="{11F5451D-2D86-4C73-8E12-0374E79A2DC6}" type="pres">
      <dgm:prSet presAssocID="{383CAB0B-7092-41CB-8D0A-5D56DDDFA73B}" presName="parentTextArrow" presStyleLbl="node1" presStyleIdx="4" presStyleCnt="6"/>
      <dgm:spPr/>
    </dgm:pt>
    <dgm:pt modelId="{5807548D-E9ED-45CD-B7DB-C11D6DAAD68A}" type="pres">
      <dgm:prSet presAssocID="{69F8B344-7E99-4B63-9D14-B22F900E301E}" presName="sp" presStyleCnt="0"/>
      <dgm:spPr/>
    </dgm:pt>
    <dgm:pt modelId="{F1993B89-6210-4C7F-9C78-3412097C20A6}" type="pres">
      <dgm:prSet presAssocID="{904C2444-A55B-470B-87A8-9EB230AC4D9F}" presName="arrowAndChildren" presStyleCnt="0"/>
      <dgm:spPr/>
    </dgm:pt>
    <dgm:pt modelId="{BE852060-8055-446D-8E18-D23B8041AD1D}" type="pres">
      <dgm:prSet presAssocID="{904C2444-A55B-470B-87A8-9EB230AC4D9F}" presName="parentTextArrow" presStyleLbl="node1" presStyleIdx="5" presStyleCnt="6" custLinFactNeighborX="-5124" custLinFactNeighborY="-582"/>
      <dgm:spPr/>
    </dgm:pt>
  </dgm:ptLst>
  <dgm:cxnLst>
    <dgm:cxn modelId="{3E94BB01-8D5D-441B-B704-25CF30C57B02}" srcId="{21222E0B-9430-425C-A668-8CFA8C096AC6}" destId="{904C2444-A55B-470B-87A8-9EB230AC4D9F}" srcOrd="0" destOrd="0" parTransId="{6521AD1B-C319-4E19-8E33-939D4D7F4F93}" sibTransId="{69F8B344-7E99-4B63-9D14-B22F900E301E}"/>
    <dgm:cxn modelId="{E9031F03-526F-4434-A683-03EE3D88A69B}" type="presOf" srcId="{0311E00E-5E0B-46F7-A785-468F451A424A}" destId="{215F9A4C-B7FF-4484-A97B-B2782102CA99}" srcOrd="1" destOrd="0" presId="urn:microsoft.com/office/officeart/2005/8/layout/process4"/>
    <dgm:cxn modelId="{08F52D09-1D0E-479A-98C2-F5920F479569}" srcId="{0311E00E-5E0B-46F7-A785-468F451A424A}" destId="{70B6D034-0894-4A68-92F1-8EBE64753924}" srcOrd="3" destOrd="0" parTransId="{80480BFF-A39A-4B70-9C36-2D4F279144AD}" sibTransId="{405BDB57-8AD8-4514-A7EC-02EC3D1C4D23}"/>
    <dgm:cxn modelId="{955E260D-20BE-434F-ADC3-59ACF8981463}" type="presOf" srcId="{0311E00E-5E0B-46F7-A785-468F451A424A}" destId="{E2ED6614-1861-4A4E-83EF-1CB0845C7457}" srcOrd="0" destOrd="0" presId="urn:microsoft.com/office/officeart/2005/8/layout/process4"/>
    <dgm:cxn modelId="{64D45B17-561F-4291-ABCA-06FC9B2DF113}" srcId="{21222E0B-9430-425C-A668-8CFA8C096AC6}" destId="{0311E00E-5E0B-46F7-A785-468F451A424A}" srcOrd="2" destOrd="0" parTransId="{32BB7AE5-4695-4480-A7F4-24E998022E7D}" sibTransId="{4D071C0A-F43A-4FD9-B2FE-F9EE93A8D65F}"/>
    <dgm:cxn modelId="{87C8EF21-8B55-4020-99B5-AAED3ABD29BC}" type="presOf" srcId="{14BEA5B2-4324-4EC4-A3FB-7EBE90F35889}" destId="{D07C4E2F-E5DA-46E8-A68F-F4E55B82E6D1}" srcOrd="0" destOrd="0" presId="urn:microsoft.com/office/officeart/2005/8/layout/process4"/>
    <dgm:cxn modelId="{2791F733-6540-4A1F-A36D-9695DF216603}" type="presOf" srcId="{7E977758-660F-41F3-B0F7-49D7C8AB5C69}" destId="{2364C54D-B754-4F02-A39B-D8905DCFA781}" srcOrd="0" destOrd="0" presId="urn:microsoft.com/office/officeart/2005/8/layout/process4"/>
    <dgm:cxn modelId="{C879FD33-126C-4465-848E-C14AF4E7957D}" srcId="{21222E0B-9430-425C-A668-8CFA8C096AC6}" destId="{14BEA5B2-4324-4EC4-A3FB-7EBE90F35889}" srcOrd="4" destOrd="0" parTransId="{F5A47319-CF7D-4FED-8F52-DB4E4085B506}" sibTransId="{E576D074-6D30-497D-A381-D61BE787627C}"/>
    <dgm:cxn modelId="{649B3E47-AA4B-4B71-BEDA-3870AF64CD7F}" srcId="{21222E0B-9430-425C-A668-8CFA8C096AC6}" destId="{DFF0E594-EF1E-4E37-B21D-3CA1E9123023}" srcOrd="3" destOrd="0" parTransId="{124EEA0D-14DD-4E22-8EE9-A3341D1E03D1}" sibTransId="{837617D5-76ED-43CF-9315-854E85439DE0}"/>
    <dgm:cxn modelId="{E2E7C24E-E34D-44F3-A085-6AB10C29B38B}" srcId="{0311E00E-5E0B-46F7-A785-468F451A424A}" destId="{B9D0C9C6-433B-4E34-81F4-6C97733E9EC4}" srcOrd="2" destOrd="0" parTransId="{9F7160E2-9FE8-47A0-B36B-949E21AAEBEF}" sibTransId="{8BD6EFEB-EE38-4207-9B13-5A7BBE4E79EA}"/>
    <dgm:cxn modelId="{05C30556-AA34-4986-B328-1BDF8B078CD3}" type="presOf" srcId="{70B6D034-0894-4A68-92F1-8EBE64753924}" destId="{039E5549-6E3D-4E2C-B7C6-66B1A01FDDE9}" srcOrd="0" destOrd="0" presId="urn:microsoft.com/office/officeart/2005/8/layout/process4"/>
    <dgm:cxn modelId="{9EB36D57-4610-4454-9E4E-34BFE6779D9F}" type="presOf" srcId="{383CAB0B-7092-41CB-8D0A-5D56DDDFA73B}" destId="{11F5451D-2D86-4C73-8E12-0374E79A2DC6}" srcOrd="0" destOrd="0" presId="urn:microsoft.com/office/officeart/2005/8/layout/process4"/>
    <dgm:cxn modelId="{8715F680-23D4-4414-BB84-92F134E12ED6}" type="presOf" srcId="{32C382F9-397A-4923-9B16-B89AE2F46BA8}" destId="{D3811F40-7EAF-4DCC-A2AF-6879814FBD2B}" srcOrd="0" destOrd="0" presId="urn:microsoft.com/office/officeart/2005/8/layout/process4"/>
    <dgm:cxn modelId="{84EF89A0-A412-44F7-92B1-23A8FABDE4CF}" type="presOf" srcId="{DFF0E594-EF1E-4E37-B21D-3CA1E9123023}" destId="{15BCB37A-9760-4126-9883-561FE5586105}" srcOrd="0" destOrd="0" presId="urn:microsoft.com/office/officeart/2005/8/layout/process4"/>
    <dgm:cxn modelId="{3C6A63A8-4AB1-4461-9526-BAE57E28ED58}" type="presOf" srcId="{2C0FB458-F83A-4901-B6E0-2B067BC8AACD}" destId="{74DC72B1-E0B3-4986-B773-5140522D05B3}" srcOrd="0" destOrd="0" presId="urn:microsoft.com/office/officeart/2005/8/layout/process4"/>
    <dgm:cxn modelId="{90C801AD-12C6-44C7-AF23-A3114E99EC1C}" type="presOf" srcId="{B9D0C9C6-433B-4E34-81F4-6C97733E9EC4}" destId="{E0C86ABD-21E7-42CC-B87C-89A053B4C361}" srcOrd="0" destOrd="0" presId="urn:microsoft.com/office/officeart/2005/8/layout/process4"/>
    <dgm:cxn modelId="{E89360AE-65FC-4049-A967-A35BD75DDB1F}" srcId="{21222E0B-9430-425C-A668-8CFA8C096AC6}" destId="{7E977758-660F-41F3-B0F7-49D7C8AB5C69}" srcOrd="5" destOrd="0" parTransId="{C2375073-E303-4542-B077-FD2591228CD7}" sibTransId="{CB0649AE-1DBD-49BD-BEA7-611D0563C0AE}"/>
    <dgm:cxn modelId="{9E3756CD-5B4D-4695-8604-A781AF4BF9FE}" type="presOf" srcId="{904C2444-A55B-470B-87A8-9EB230AC4D9F}" destId="{BE852060-8055-446D-8E18-D23B8041AD1D}" srcOrd="0" destOrd="0" presId="urn:microsoft.com/office/officeart/2005/8/layout/process4"/>
    <dgm:cxn modelId="{90AA58DA-1D3D-4271-8EEA-24BA095CC4AE}" type="presOf" srcId="{21222E0B-9430-425C-A668-8CFA8C096AC6}" destId="{0549E0CE-DA8B-4DD2-BE0D-4AB2DD96C035}" srcOrd="0" destOrd="0" presId="urn:microsoft.com/office/officeart/2005/8/layout/process4"/>
    <dgm:cxn modelId="{301DEDDA-E24E-424F-8284-29F926AE049A}" srcId="{0311E00E-5E0B-46F7-A785-468F451A424A}" destId="{32C382F9-397A-4923-9B16-B89AE2F46BA8}" srcOrd="1" destOrd="0" parTransId="{3EAE2276-72DD-4BD6-BE63-A585F4CE62A1}" sibTransId="{5B3EBB84-8675-4F0C-B84B-E4D6A0477551}"/>
    <dgm:cxn modelId="{4F435DE1-2AD3-44FF-91B8-CB10559EAB79}" srcId="{21222E0B-9430-425C-A668-8CFA8C096AC6}" destId="{383CAB0B-7092-41CB-8D0A-5D56DDDFA73B}" srcOrd="1" destOrd="0" parTransId="{4E8D9D2E-8364-4A4D-A81D-06BBF8E03FE1}" sibTransId="{67E0230F-6D00-4D0B-923C-09F2BA507687}"/>
    <dgm:cxn modelId="{C0269FF4-9D73-460D-A329-556CCE921AAF}" srcId="{0311E00E-5E0B-46F7-A785-468F451A424A}" destId="{2C0FB458-F83A-4901-B6E0-2B067BC8AACD}" srcOrd="0" destOrd="0" parTransId="{770F5491-5E6A-43B7-BD90-49AB6B39EBDB}" sibTransId="{4B46414F-87BF-4E68-B64B-A87E01F87F09}"/>
    <dgm:cxn modelId="{0B6AA0B5-5739-414F-89C5-0A0D29D3CB0B}" type="presParOf" srcId="{0549E0CE-DA8B-4DD2-BE0D-4AB2DD96C035}" destId="{C28FE298-CB79-4517-AAE7-32A8FFF25BD9}" srcOrd="0" destOrd="0" presId="urn:microsoft.com/office/officeart/2005/8/layout/process4"/>
    <dgm:cxn modelId="{EAE42EC3-5672-4AC0-A0CE-D96623488C1A}" type="presParOf" srcId="{C28FE298-CB79-4517-AAE7-32A8FFF25BD9}" destId="{2364C54D-B754-4F02-A39B-D8905DCFA781}" srcOrd="0" destOrd="0" presId="urn:microsoft.com/office/officeart/2005/8/layout/process4"/>
    <dgm:cxn modelId="{1881F63A-C6BA-4FD3-A229-E8EFFECA271F}" type="presParOf" srcId="{0549E0CE-DA8B-4DD2-BE0D-4AB2DD96C035}" destId="{9B579116-4CC4-423F-977E-3E993D60BFF2}" srcOrd="1" destOrd="0" presId="urn:microsoft.com/office/officeart/2005/8/layout/process4"/>
    <dgm:cxn modelId="{DB6F0C18-8624-4009-A0AD-91C151D38A62}" type="presParOf" srcId="{0549E0CE-DA8B-4DD2-BE0D-4AB2DD96C035}" destId="{42924908-6ED6-4834-9942-47D97AE00C44}" srcOrd="2" destOrd="0" presId="urn:microsoft.com/office/officeart/2005/8/layout/process4"/>
    <dgm:cxn modelId="{33F7141E-9619-4084-8C9A-96FC258BB135}" type="presParOf" srcId="{42924908-6ED6-4834-9942-47D97AE00C44}" destId="{D07C4E2F-E5DA-46E8-A68F-F4E55B82E6D1}" srcOrd="0" destOrd="0" presId="urn:microsoft.com/office/officeart/2005/8/layout/process4"/>
    <dgm:cxn modelId="{0B487B94-4EAD-4BBB-B655-0A2787AA846C}" type="presParOf" srcId="{0549E0CE-DA8B-4DD2-BE0D-4AB2DD96C035}" destId="{2FA7441A-D413-4E88-83FD-701E9179EAE1}" srcOrd="3" destOrd="0" presId="urn:microsoft.com/office/officeart/2005/8/layout/process4"/>
    <dgm:cxn modelId="{1B62BE74-4B5B-46D4-9CC9-6276257DD1BF}" type="presParOf" srcId="{0549E0CE-DA8B-4DD2-BE0D-4AB2DD96C035}" destId="{D83D3983-DB94-4AD8-A254-602B5D03D0B0}" srcOrd="4" destOrd="0" presId="urn:microsoft.com/office/officeart/2005/8/layout/process4"/>
    <dgm:cxn modelId="{EB099FB8-09A2-4DFA-AEE2-083AB6FB902B}" type="presParOf" srcId="{D83D3983-DB94-4AD8-A254-602B5D03D0B0}" destId="{15BCB37A-9760-4126-9883-561FE5586105}" srcOrd="0" destOrd="0" presId="urn:microsoft.com/office/officeart/2005/8/layout/process4"/>
    <dgm:cxn modelId="{18181CDA-192C-4AAD-93F8-02896E820798}" type="presParOf" srcId="{0549E0CE-DA8B-4DD2-BE0D-4AB2DD96C035}" destId="{BB25ED6A-59F0-4662-B6D8-EB91F6FD88B1}" srcOrd="5" destOrd="0" presId="urn:microsoft.com/office/officeart/2005/8/layout/process4"/>
    <dgm:cxn modelId="{09EBF6A2-76CC-42D3-98B1-E7ADCCD27CF4}" type="presParOf" srcId="{0549E0CE-DA8B-4DD2-BE0D-4AB2DD96C035}" destId="{7CA6828A-8214-42AB-BC8D-C6CA202FCE0F}" srcOrd="6" destOrd="0" presId="urn:microsoft.com/office/officeart/2005/8/layout/process4"/>
    <dgm:cxn modelId="{7D155E2A-9E37-45B0-8175-525A74474342}" type="presParOf" srcId="{7CA6828A-8214-42AB-BC8D-C6CA202FCE0F}" destId="{E2ED6614-1861-4A4E-83EF-1CB0845C7457}" srcOrd="0" destOrd="0" presId="urn:microsoft.com/office/officeart/2005/8/layout/process4"/>
    <dgm:cxn modelId="{D65E783A-08BE-41D3-BC4F-4A4A4E7EDB98}" type="presParOf" srcId="{7CA6828A-8214-42AB-BC8D-C6CA202FCE0F}" destId="{215F9A4C-B7FF-4484-A97B-B2782102CA99}" srcOrd="1" destOrd="0" presId="urn:microsoft.com/office/officeart/2005/8/layout/process4"/>
    <dgm:cxn modelId="{8FDA03C4-A4FA-4AFF-94E6-25C33F0D0CC4}" type="presParOf" srcId="{7CA6828A-8214-42AB-BC8D-C6CA202FCE0F}" destId="{3A4F4FEE-62A6-49CC-B90E-B7EC63C53C59}" srcOrd="2" destOrd="0" presId="urn:microsoft.com/office/officeart/2005/8/layout/process4"/>
    <dgm:cxn modelId="{7EE5A19F-4E46-451B-9687-1F97E6550F84}" type="presParOf" srcId="{3A4F4FEE-62A6-49CC-B90E-B7EC63C53C59}" destId="{74DC72B1-E0B3-4986-B773-5140522D05B3}" srcOrd="0" destOrd="0" presId="urn:microsoft.com/office/officeart/2005/8/layout/process4"/>
    <dgm:cxn modelId="{312BFB0D-2C27-4269-A105-25DC97107CE5}" type="presParOf" srcId="{3A4F4FEE-62A6-49CC-B90E-B7EC63C53C59}" destId="{D3811F40-7EAF-4DCC-A2AF-6879814FBD2B}" srcOrd="1" destOrd="0" presId="urn:microsoft.com/office/officeart/2005/8/layout/process4"/>
    <dgm:cxn modelId="{6C4C65B5-F7DA-4A2C-AC9E-E6F3B9CDD90A}" type="presParOf" srcId="{3A4F4FEE-62A6-49CC-B90E-B7EC63C53C59}" destId="{E0C86ABD-21E7-42CC-B87C-89A053B4C361}" srcOrd="2" destOrd="0" presId="urn:microsoft.com/office/officeart/2005/8/layout/process4"/>
    <dgm:cxn modelId="{CAA43802-2F2D-45D9-AC11-E514994BA4F1}" type="presParOf" srcId="{3A4F4FEE-62A6-49CC-B90E-B7EC63C53C59}" destId="{039E5549-6E3D-4E2C-B7C6-66B1A01FDDE9}" srcOrd="3" destOrd="0" presId="urn:microsoft.com/office/officeart/2005/8/layout/process4"/>
    <dgm:cxn modelId="{85043506-2F8C-4AE8-B405-C0091BCADDB5}" type="presParOf" srcId="{0549E0CE-DA8B-4DD2-BE0D-4AB2DD96C035}" destId="{B8DD79B5-FF7E-4C06-BFBC-734AD0413245}" srcOrd="7" destOrd="0" presId="urn:microsoft.com/office/officeart/2005/8/layout/process4"/>
    <dgm:cxn modelId="{023456EC-CD34-43BA-A249-E0770D596986}" type="presParOf" srcId="{0549E0CE-DA8B-4DD2-BE0D-4AB2DD96C035}" destId="{DB595598-A19C-463F-9C71-F7948986449E}" srcOrd="8" destOrd="0" presId="urn:microsoft.com/office/officeart/2005/8/layout/process4"/>
    <dgm:cxn modelId="{D544B39B-F1C4-46B9-AD59-1DB058351E8E}" type="presParOf" srcId="{DB595598-A19C-463F-9C71-F7948986449E}" destId="{11F5451D-2D86-4C73-8E12-0374E79A2DC6}" srcOrd="0" destOrd="0" presId="urn:microsoft.com/office/officeart/2005/8/layout/process4"/>
    <dgm:cxn modelId="{4CB496AB-E2C2-440A-A486-4B48CD5841A2}" type="presParOf" srcId="{0549E0CE-DA8B-4DD2-BE0D-4AB2DD96C035}" destId="{5807548D-E9ED-45CD-B7DB-C11D6DAAD68A}" srcOrd="9" destOrd="0" presId="urn:microsoft.com/office/officeart/2005/8/layout/process4"/>
    <dgm:cxn modelId="{62E5C0F4-DDB6-4E88-A55E-2C3CEDBC42A8}" type="presParOf" srcId="{0549E0CE-DA8B-4DD2-BE0D-4AB2DD96C035}" destId="{F1993B89-6210-4C7F-9C78-3412097C20A6}" srcOrd="10" destOrd="0" presId="urn:microsoft.com/office/officeart/2005/8/layout/process4"/>
    <dgm:cxn modelId="{DFE556D0-CB1E-44AE-8974-92817E7A4238}" type="presParOf" srcId="{F1993B89-6210-4C7F-9C78-3412097C20A6}" destId="{BE852060-8055-446D-8E18-D23B8041AD1D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20C53E0-8162-46B2-9FCF-DC3BEE233167}" type="doc">
      <dgm:prSet loTypeId="urn:microsoft.com/office/officeart/2005/8/layout/vList5" loCatId="list" qsTypeId="urn:microsoft.com/office/officeart/2005/8/quickstyle/simple1#7" qsCatId="simple" csTypeId="urn:microsoft.com/office/officeart/2005/8/colors/accent1_2#6" csCatId="accent1" phldr="1"/>
      <dgm:spPr/>
      <dgm:t>
        <a:bodyPr/>
        <a:lstStyle/>
        <a:p>
          <a:endParaRPr lang="en-US"/>
        </a:p>
      </dgm:t>
    </dgm:pt>
    <dgm:pt modelId="{3ADA060F-B41E-4240-A080-8AA917BAF32A}">
      <dgm:prSet phldrT="[Text]" custT="1"/>
      <dgm:spPr/>
      <dgm:t>
        <a:bodyPr/>
        <a:lstStyle/>
        <a:p>
          <a:r>
            <a:rPr lang="en-US" sz="1800" dirty="0">
              <a:latin typeface="Aptos" panose="020B0004020202020204" pitchFamily="34" charset="0"/>
            </a:rPr>
            <a:t>Limitations of Traditional Methods</a:t>
          </a:r>
        </a:p>
      </dgm:t>
    </dgm:pt>
    <dgm:pt modelId="{C2B295CD-1377-4EB2-8546-E73CCD172B7F}" type="parTrans" cxnId="{1BD4FC1C-C1A7-4FFB-B930-36E9DE76415F}">
      <dgm:prSet/>
      <dgm:spPr/>
      <dgm:t>
        <a:bodyPr/>
        <a:lstStyle/>
        <a:p>
          <a:endParaRPr lang="en-US"/>
        </a:p>
      </dgm:t>
    </dgm:pt>
    <dgm:pt modelId="{DB732527-EB0A-4873-8E79-D8F94834CED0}" type="sibTrans" cxnId="{1BD4FC1C-C1A7-4FFB-B930-36E9DE76415F}">
      <dgm:prSet/>
      <dgm:spPr/>
      <dgm:t>
        <a:bodyPr/>
        <a:lstStyle/>
        <a:p>
          <a:endParaRPr lang="en-US"/>
        </a:p>
      </dgm:t>
    </dgm:pt>
    <dgm:pt modelId="{EA978C14-FFD0-4A3F-BA45-3D7BC83110A8}">
      <dgm:prSet phldrT="[Text]" custT="1"/>
      <dgm:spPr/>
      <dgm:t>
        <a:bodyPr anchor="ctr"/>
        <a:lstStyle/>
        <a:p>
          <a:pPr>
            <a:buFont typeface="Arial" panose="020B0604020202020204" pitchFamily="34" charset="0"/>
            <a:buChar char="•"/>
          </a:pPr>
          <a:r>
            <a:rPr lang="en-US" sz="1200" b="0" i="0" dirty="0">
              <a:latin typeface="Aptos" panose="020B0004020202020204" pitchFamily="34" charset="0"/>
            </a:rPr>
            <a:t>Captures semantic meaning</a:t>
          </a:r>
          <a:endParaRPr lang="en-US" sz="1200" dirty="0">
            <a:latin typeface="Aptos" panose="020B0004020202020204" pitchFamily="34" charset="0"/>
          </a:endParaRPr>
        </a:p>
      </dgm:t>
    </dgm:pt>
    <dgm:pt modelId="{813C7827-AB2A-4753-A8F1-50F895833E81}" type="parTrans" cxnId="{8DE97349-D89D-4D83-ADF8-05385B102B8A}">
      <dgm:prSet/>
      <dgm:spPr/>
      <dgm:t>
        <a:bodyPr/>
        <a:lstStyle/>
        <a:p>
          <a:endParaRPr lang="en-US"/>
        </a:p>
      </dgm:t>
    </dgm:pt>
    <dgm:pt modelId="{89D067CE-7D1D-4CBD-98C5-EB2DB433569F}" type="sibTrans" cxnId="{8DE97349-D89D-4D83-ADF8-05385B102B8A}">
      <dgm:prSet/>
      <dgm:spPr/>
      <dgm:t>
        <a:bodyPr/>
        <a:lstStyle/>
        <a:p>
          <a:endParaRPr lang="en-US"/>
        </a:p>
      </dgm:t>
    </dgm:pt>
    <dgm:pt modelId="{30B6F465-A0BC-4792-86E0-AF83AEF21BF3}">
      <dgm:prSet custT="1"/>
      <dgm:spPr/>
      <dgm:t>
        <a:bodyPr/>
        <a:lstStyle/>
        <a:p>
          <a:pPr>
            <a:buNone/>
          </a:pPr>
          <a:r>
            <a:rPr lang="en-US" sz="1200" b="1" i="0" dirty="0">
              <a:latin typeface="Aptos" panose="020B0004020202020204" pitchFamily="34" charset="0"/>
            </a:rPr>
            <a:t>Text Similarity</a:t>
          </a:r>
          <a:endParaRPr lang="en-US" sz="1200" dirty="0">
            <a:latin typeface="Aptos" panose="020B0004020202020204" pitchFamily="34" charset="0"/>
          </a:endParaRPr>
        </a:p>
      </dgm:t>
    </dgm:pt>
    <dgm:pt modelId="{6EC44B21-20E9-4E40-B80B-8FF3691A83B6}" type="parTrans" cxnId="{39BC8BA6-CAEA-4267-B7AC-F19B9FF491C8}">
      <dgm:prSet/>
      <dgm:spPr/>
      <dgm:t>
        <a:bodyPr/>
        <a:lstStyle/>
        <a:p>
          <a:endParaRPr lang="en-US"/>
        </a:p>
      </dgm:t>
    </dgm:pt>
    <dgm:pt modelId="{AA7212CB-4188-49AF-B63B-D912B4FA501C}" type="sibTrans" cxnId="{39BC8BA6-CAEA-4267-B7AC-F19B9FF491C8}">
      <dgm:prSet/>
      <dgm:spPr/>
      <dgm:t>
        <a:bodyPr/>
        <a:lstStyle/>
        <a:p>
          <a:endParaRPr lang="en-US"/>
        </a:p>
      </dgm:t>
    </dgm:pt>
    <dgm:pt modelId="{B0E57F60-D984-49F7-8665-6D1533B5C0AD}">
      <dgm:prSet custT="1"/>
      <dgm:spPr/>
      <dgm:t>
        <a:bodyPr/>
        <a:lstStyle/>
        <a:p>
          <a:r>
            <a:rPr lang="en-US" sz="1800" dirty="0">
              <a:latin typeface="Aptos" panose="020B0004020202020204" pitchFamily="34" charset="0"/>
            </a:rPr>
            <a:t>Advantages of Proposed Framework</a:t>
          </a:r>
        </a:p>
      </dgm:t>
    </dgm:pt>
    <dgm:pt modelId="{7417F0DD-5ED4-4320-A660-4AD33EEE732E}" type="parTrans" cxnId="{4BD96A2B-0E3D-4609-87F1-EA4DD8D961D3}">
      <dgm:prSet/>
      <dgm:spPr/>
      <dgm:t>
        <a:bodyPr/>
        <a:lstStyle/>
        <a:p>
          <a:endParaRPr lang="en-US"/>
        </a:p>
      </dgm:t>
    </dgm:pt>
    <dgm:pt modelId="{4A269F80-3784-4E34-A56C-AB68D4BC40D7}" type="sibTrans" cxnId="{4BD96A2B-0E3D-4609-87F1-EA4DD8D961D3}">
      <dgm:prSet/>
      <dgm:spPr/>
      <dgm:t>
        <a:bodyPr/>
        <a:lstStyle/>
        <a:p>
          <a:endParaRPr lang="en-US"/>
        </a:p>
      </dgm:t>
    </dgm:pt>
    <dgm:pt modelId="{61843D31-65F9-4757-B644-38E0FDF76343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 b="0" i="0" dirty="0">
              <a:latin typeface="Aptos" panose="020B0004020202020204" pitchFamily="34" charset="0"/>
            </a:rPr>
            <a:t>Measures wording overlap</a:t>
          </a:r>
        </a:p>
      </dgm:t>
    </dgm:pt>
    <dgm:pt modelId="{5FE377DF-9BBF-4F7A-A4D5-AA20E20B8401}" type="parTrans" cxnId="{7DACA62D-B101-4F1F-8C4C-7F417A46CF0D}">
      <dgm:prSet/>
      <dgm:spPr/>
      <dgm:t>
        <a:bodyPr/>
        <a:lstStyle/>
        <a:p>
          <a:endParaRPr lang="en-US"/>
        </a:p>
      </dgm:t>
    </dgm:pt>
    <dgm:pt modelId="{DFDC3399-053B-4928-AB7A-802485505532}" type="sibTrans" cxnId="{7DACA62D-B101-4F1F-8C4C-7F417A46CF0D}">
      <dgm:prSet/>
      <dgm:spPr/>
      <dgm:t>
        <a:bodyPr/>
        <a:lstStyle/>
        <a:p>
          <a:endParaRPr lang="en-US"/>
        </a:p>
      </dgm:t>
    </dgm:pt>
    <dgm:pt modelId="{CA6B73E6-1512-4768-ADA0-B41E2BDCB51B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 b="0" i="0" dirty="0">
              <a:latin typeface="Aptos" panose="020B0004020202020204" pitchFamily="34" charset="0"/>
            </a:rPr>
            <a:t>Misses underlying reasoning</a:t>
          </a:r>
        </a:p>
      </dgm:t>
    </dgm:pt>
    <dgm:pt modelId="{C473D658-27BE-404F-BABF-26A917B69021}" type="parTrans" cxnId="{1F66D986-942B-4F49-8256-25230860861B}">
      <dgm:prSet/>
      <dgm:spPr/>
      <dgm:t>
        <a:bodyPr/>
        <a:lstStyle/>
        <a:p>
          <a:endParaRPr lang="en-US"/>
        </a:p>
      </dgm:t>
    </dgm:pt>
    <dgm:pt modelId="{95678B86-9258-45AC-8F13-C2470F3BFCA1}" type="sibTrans" cxnId="{1F66D986-942B-4F49-8256-25230860861B}">
      <dgm:prSet/>
      <dgm:spPr/>
      <dgm:t>
        <a:bodyPr/>
        <a:lstStyle/>
        <a:p>
          <a:endParaRPr lang="en-US"/>
        </a:p>
      </dgm:t>
    </dgm:pt>
    <dgm:pt modelId="{7541728A-4940-48C2-848D-5DB84EBF9528}">
      <dgm:prSet custT="1"/>
      <dgm:spPr/>
      <dgm:t>
        <a:bodyPr/>
        <a:lstStyle/>
        <a:p>
          <a:pPr>
            <a:buNone/>
          </a:pPr>
          <a:r>
            <a:rPr lang="en-US" sz="1200" b="1" i="0" dirty="0">
              <a:latin typeface="Aptos" panose="020B0004020202020204" pitchFamily="34" charset="0"/>
            </a:rPr>
            <a:t>Human Review</a:t>
          </a:r>
          <a:endParaRPr lang="en-US" sz="1200" b="0" i="0" dirty="0">
            <a:latin typeface="Aptos" panose="020B0004020202020204" pitchFamily="34" charset="0"/>
          </a:endParaRPr>
        </a:p>
      </dgm:t>
    </dgm:pt>
    <dgm:pt modelId="{563A534E-8E77-45C0-8465-9240C02655DF}" type="parTrans" cxnId="{2A562B7F-81FF-425C-9FF2-F3EF9B16A30D}">
      <dgm:prSet/>
      <dgm:spPr/>
      <dgm:t>
        <a:bodyPr/>
        <a:lstStyle/>
        <a:p>
          <a:endParaRPr lang="en-US"/>
        </a:p>
      </dgm:t>
    </dgm:pt>
    <dgm:pt modelId="{C3D5F24A-0DDD-4732-B1DF-458B9AC80509}" type="sibTrans" cxnId="{2A562B7F-81FF-425C-9FF2-F3EF9B16A30D}">
      <dgm:prSet/>
      <dgm:spPr/>
      <dgm:t>
        <a:bodyPr/>
        <a:lstStyle/>
        <a:p>
          <a:endParaRPr lang="en-US"/>
        </a:p>
      </dgm:t>
    </dgm:pt>
    <dgm:pt modelId="{3562A9C5-4AC5-4C98-B237-77CCF39AB6B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 b="0" i="0" dirty="0">
              <a:latin typeface="Aptos" panose="020B0004020202020204" pitchFamily="34" charset="0"/>
            </a:rPr>
            <a:t>Subjective and inconsistent</a:t>
          </a:r>
        </a:p>
      </dgm:t>
    </dgm:pt>
    <dgm:pt modelId="{B5CAFD1C-4469-4707-9BF0-6CADA1D9CD53}" type="parTrans" cxnId="{AD957324-80FE-4797-A2DF-0686BB50CAB4}">
      <dgm:prSet/>
      <dgm:spPr/>
      <dgm:t>
        <a:bodyPr/>
        <a:lstStyle/>
        <a:p>
          <a:endParaRPr lang="en-US"/>
        </a:p>
      </dgm:t>
    </dgm:pt>
    <dgm:pt modelId="{BD4B4C6C-DD81-453F-9294-F84C4CF8B1EA}" type="sibTrans" cxnId="{AD957324-80FE-4797-A2DF-0686BB50CAB4}">
      <dgm:prSet/>
      <dgm:spPr/>
      <dgm:t>
        <a:bodyPr/>
        <a:lstStyle/>
        <a:p>
          <a:endParaRPr lang="en-US"/>
        </a:p>
      </dgm:t>
    </dgm:pt>
    <dgm:pt modelId="{04E035E1-F2F9-40A9-8179-8B9E7FCF3A7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 b="0" i="0" dirty="0">
              <a:latin typeface="Aptos" panose="020B0004020202020204" pitchFamily="34" charset="0"/>
            </a:rPr>
            <a:t>Difficult to scale</a:t>
          </a:r>
        </a:p>
      </dgm:t>
    </dgm:pt>
    <dgm:pt modelId="{5DD15C56-343F-471E-86D2-7C207F832BD0}" type="parTrans" cxnId="{DC26013C-9E8E-4F95-9C1C-246CDE947379}">
      <dgm:prSet/>
      <dgm:spPr/>
      <dgm:t>
        <a:bodyPr/>
        <a:lstStyle/>
        <a:p>
          <a:endParaRPr lang="en-US"/>
        </a:p>
      </dgm:t>
    </dgm:pt>
    <dgm:pt modelId="{62EE9D94-F4E0-4758-88FE-AEF7A8A56487}" type="sibTrans" cxnId="{DC26013C-9E8E-4F95-9C1C-246CDE947379}">
      <dgm:prSet/>
      <dgm:spPr/>
      <dgm:t>
        <a:bodyPr/>
        <a:lstStyle/>
        <a:p>
          <a:endParaRPr lang="en-US"/>
        </a:p>
      </dgm:t>
    </dgm:pt>
    <dgm:pt modelId="{D17F98CA-E319-42B1-8372-3899BBDABD0E}">
      <dgm:prSet custT="1"/>
      <dgm:spPr/>
      <dgm:t>
        <a:bodyPr/>
        <a:lstStyle/>
        <a:p>
          <a:pPr>
            <a:buNone/>
          </a:pPr>
          <a:r>
            <a:rPr lang="en-US" sz="1200" b="1" i="0" dirty="0">
              <a:latin typeface="Aptos" panose="020B0004020202020204" pitchFamily="34" charset="0"/>
            </a:rPr>
            <a:t>Single-Metric Evaluation</a:t>
          </a:r>
          <a:endParaRPr lang="en-US" sz="1200" b="0" i="0" dirty="0">
            <a:latin typeface="Aptos" panose="020B0004020202020204" pitchFamily="34" charset="0"/>
          </a:endParaRPr>
        </a:p>
      </dgm:t>
    </dgm:pt>
    <dgm:pt modelId="{84A1671D-0AAB-46C8-8866-5D658DA88AAD}" type="parTrans" cxnId="{827C0A26-CA15-4B0E-8F88-03D65991379C}">
      <dgm:prSet/>
      <dgm:spPr/>
      <dgm:t>
        <a:bodyPr/>
        <a:lstStyle/>
        <a:p>
          <a:endParaRPr lang="en-US"/>
        </a:p>
      </dgm:t>
    </dgm:pt>
    <dgm:pt modelId="{17E5DC86-4F6B-4522-9303-4B95A019A2EA}" type="sibTrans" cxnId="{827C0A26-CA15-4B0E-8F88-03D65991379C}">
      <dgm:prSet/>
      <dgm:spPr/>
      <dgm:t>
        <a:bodyPr/>
        <a:lstStyle/>
        <a:p>
          <a:endParaRPr lang="en-US"/>
        </a:p>
      </dgm:t>
    </dgm:pt>
    <dgm:pt modelId="{BBB32DC7-B061-4ECB-9D12-964C9C22173F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 b="0" i="0" dirty="0">
              <a:latin typeface="Aptos" panose="020B0004020202020204" pitchFamily="34" charset="0"/>
            </a:rPr>
            <a:t>Captures only one dimension of </a:t>
          </a:r>
          <a:r>
            <a:rPr lang="en-US" sz="1200" b="0" i="0" dirty="0" err="1">
              <a:latin typeface="Aptos" panose="020B0004020202020204" pitchFamily="34" charset="0"/>
            </a:rPr>
            <a:t>behaviour</a:t>
          </a:r>
          <a:endParaRPr lang="en-US" sz="1200" b="0" i="0" dirty="0">
            <a:latin typeface="Aptos" panose="020B0004020202020204" pitchFamily="34" charset="0"/>
          </a:endParaRPr>
        </a:p>
      </dgm:t>
    </dgm:pt>
    <dgm:pt modelId="{2C051976-2E74-4270-87D1-A2F3ED7B38AE}" type="parTrans" cxnId="{36E0BA45-A04C-465A-BCB9-2ED3E3A8B72F}">
      <dgm:prSet/>
      <dgm:spPr/>
      <dgm:t>
        <a:bodyPr/>
        <a:lstStyle/>
        <a:p>
          <a:endParaRPr lang="en-US"/>
        </a:p>
      </dgm:t>
    </dgm:pt>
    <dgm:pt modelId="{25B3DDAD-809B-4780-9467-CA607FBBE38E}" type="sibTrans" cxnId="{36E0BA45-A04C-465A-BCB9-2ED3E3A8B72F}">
      <dgm:prSet/>
      <dgm:spPr/>
      <dgm:t>
        <a:bodyPr/>
        <a:lstStyle/>
        <a:p>
          <a:endParaRPr lang="en-US"/>
        </a:p>
      </dgm:t>
    </dgm:pt>
    <dgm:pt modelId="{880E6968-A9D8-4AD3-877F-ACFB996EDAF8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 b="0" i="0" dirty="0">
              <a:latin typeface="Aptos" panose="020B0004020202020204" pitchFamily="34" charset="0"/>
            </a:rPr>
            <a:t>Oversimplifies complex human responses</a:t>
          </a:r>
        </a:p>
      </dgm:t>
    </dgm:pt>
    <dgm:pt modelId="{ADCD66C2-9926-4AC0-9F03-A35E55B9D870}" type="parTrans" cxnId="{EF6AA6AA-F032-4EF8-AAF4-CDB02FD02FC9}">
      <dgm:prSet/>
      <dgm:spPr/>
      <dgm:t>
        <a:bodyPr/>
        <a:lstStyle/>
        <a:p>
          <a:endParaRPr lang="en-US"/>
        </a:p>
      </dgm:t>
    </dgm:pt>
    <dgm:pt modelId="{58CD505F-7B63-4314-838A-6C7DF9396468}" type="sibTrans" cxnId="{EF6AA6AA-F032-4EF8-AAF4-CDB02FD02FC9}">
      <dgm:prSet/>
      <dgm:spPr/>
      <dgm:t>
        <a:bodyPr/>
        <a:lstStyle/>
        <a:p>
          <a:endParaRPr lang="en-US"/>
        </a:p>
      </dgm:t>
    </dgm:pt>
    <dgm:pt modelId="{08647FB2-B7B4-45A2-A411-3046457616E6}">
      <dgm:prSet custT="1"/>
      <dgm:spPr/>
      <dgm:t>
        <a:bodyPr anchor="ctr"/>
        <a:lstStyle/>
        <a:p>
          <a:pPr>
            <a:buFont typeface="Arial" panose="020B0604020202020204" pitchFamily="34" charset="0"/>
            <a:buChar char="•"/>
          </a:pPr>
          <a:r>
            <a:rPr lang="en-US" sz="1200" b="0" i="0" dirty="0">
              <a:latin typeface="Aptos" panose="020B0004020202020204" pitchFamily="34" charset="0"/>
            </a:rPr>
            <a:t>Evaluates preferences and motivations</a:t>
          </a:r>
        </a:p>
      </dgm:t>
    </dgm:pt>
    <dgm:pt modelId="{B81F1109-3FD7-4722-A698-22240F5CEE4E}" type="parTrans" cxnId="{F1175E42-7176-4F48-8235-6197403B8BA8}">
      <dgm:prSet/>
      <dgm:spPr/>
      <dgm:t>
        <a:bodyPr/>
        <a:lstStyle/>
        <a:p>
          <a:endParaRPr lang="en-US"/>
        </a:p>
      </dgm:t>
    </dgm:pt>
    <dgm:pt modelId="{725EA2CD-2989-458E-B4D2-166491868991}" type="sibTrans" cxnId="{F1175E42-7176-4F48-8235-6197403B8BA8}">
      <dgm:prSet/>
      <dgm:spPr/>
      <dgm:t>
        <a:bodyPr/>
        <a:lstStyle/>
        <a:p>
          <a:endParaRPr lang="en-US"/>
        </a:p>
      </dgm:t>
    </dgm:pt>
    <dgm:pt modelId="{EFE24AFC-802D-41DF-868C-3C04FF83B329}">
      <dgm:prSet custT="1"/>
      <dgm:spPr/>
      <dgm:t>
        <a:bodyPr anchor="ctr"/>
        <a:lstStyle/>
        <a:p>
          <a:pPr>
            <a:buFont typeface="Arial" panose="020B0604020202020204" pitchFamily="34" charset="0"/>
            <a:buChar char="•"/>
          </a:pPr>
          <a:r>
            <a:rPr lang="en-US" sz="1200" b="0" i="0" dirty="0">
              <a:latin typeface="Aptos" panose="020B0004020202020204" pitchFamily="34" charset="0"/>
            </a:rPr>
            <a:t>Produces transparent and </a:t>
          </a:r>
          <a:r>
            <a:rPr lang="en-DE" sz="1200" b="0" i="0" dirty="0">
              <a:latin typeface="Aptos" panose="020B0004020202020204" pitchFamily="34" charset="0"/>
            </a:rPr>
            <a:t>interpretable evidences</a:t>
          </a:r>
          <a:endParaRPr lang="en-US" sz="1200" b="0" i="0" dirty="0">
            <a:latin typeface="Aptos" panose="020B0004020202020204" pitchFamily="34" charset="0"/>
          </a:endParaRPr>
        </a:p>
      </dgm:t>
    </dgm:pt>
    <dgm:pt modelId="{73E56B4B-2914-41CF-BF4F-E320953E0087}" type="parTrans" cxnId="{925CF6D9-DF96-4045-BE9A-AEB1E2AA152B}">
      <dgm:prSet/>
      <dgm:spPr/>
      <dgm:t>
        <a:bodyPr/>
        <a:lstStyle/>
        <a:p>
          <a:endParaRPr lang="en-US"/>
        </a:p>
      </dgm:t>
    </dgm:pt>
    <dgm:pt modelId="{9EA7D58B-98EC-40F8-AF26-42226429BD1B}" type="sibTrans" cxnId="{925CF6D9-DF96-4045-BE9A-AEB1E2AA152B}">
      <dgm:prSet/>
      <dgm:spPr/>
      <dgm:t>
        <a:bodyPr/>
        <a:lstStyle/>
        <a:p>
          <a:endParaRPr lang="en-US"/>
        </a:p>
      </dgm:t>
    </dgm:pt>
    <dgm:pt modelId="{21F8F45B-C562-454C-8F4D-EE1C002C0994}">
      <dgm:prSet custT="1"/>
      <dgm:spPr/>
      <dgm:t>
        <a:bodyPr anchor="ctr"/>
        <a:lstStyle/>
        <a:p>
          <a:pPr>
            <a:buFont typeface="Arial" panose="020B0604020202020204" pitchFamily="34" charset="0"/>
            <a:buChar char="•"/>
          </a:pPr>
          <a:r>
            <a:rPr lang="en-US" sz="1200" b="0" i="0" dirty="0">
              <a:latin typeface="Aptos" panose="020B0004020202020204" pitchFamily="34" charset="0"/>
            </a:rPr>
            <a:t>Enables comparison across simulations</a:t>
          </a:r>
        </a:p>
      </dgm:t>
    </dgm:pt>
    <dgm:pt modelId="{658DEB1E-8967-434A-AFC4-0604C06004C8}" type="parTrans" cxnId="{2FAAF9BA-1203-41F0-9C13-3C61F2D1213E}">
      <dgm:prSet/>
      <dgm:spPr/>
      <dgm:t>
        <a:bodyPr/>
        <a:lstStyle/>
        <a:p>
          <a:endParaRPr lang="en-US"/>
        </a:p>
      </dgm:t>
    </dgm:pt>
    <dgm:pt modelId="{1D490976-19A0-4AFD-8598-A31EB95C7FD6}" type="sibTrans" cxnId="{2FAAF9BA-1203-41F0-9C13-3C61F2D1213E}">
      <dgm:prSet/>
      <dgm:spPr/>
      <dgm:t>
        <a:bodyPr/>
        <a:lstStyle/>
        <a:p>
          <a:endParaRPr lang="en-US"/>
        </a:p>
      </dgm:t>
    </dgm:pt>
    <dgm:pt modelId="{74360FBF-E28B-4D25-94F6-66A30AEDE90C}">
      <dgm:prSet custT="1"/>
      <dgm:spPr/>
      <dgm:t>
        <a:bodyPr anchor="ctr"/>
        <a:lstStyle/>
        <a:p>
          <a:pPr>
            <a:buFont typeface="Arial" panose="020B0604020202020204" pitchFamily="34" charset="0"/>
            <a:buChar char="•"/>
          </a:pPr>
          <a:r>
            <a:rPr lang="en-US" sz="1200" b="0" i="0" dirty="0">
              <a:latin typeface="Aptos" panose="020B0004020202020204" pitchFamily="34" charset="0"/>
            </a:rPr>
            <a:t>Assesses decision-making logic</a:t>
          </a:r>
        </a:p>
      </dgm:t>
    </dgm:pt>
    <dgm:pt modelId="{00569329-D820-477B-88CE-75461002523B}" type="parTrans" cxnId="{92B87012-07A9-436D-9A8B-2273401E7628}">
      <dgm:prSet/>
      <dgm:spPr/>
      <dgm:t>
        <a:bodyPr/>
        <a:lstStyle/>
        <a:p>
          <a:endParaRPr lang="en-US"/>
        </a:p>
      </dgm:t>
    </dgm:pt>
    <dgm:pt modelId="{7CFC6902-2C88-4DC4-96E8-B376E2748FC8}" type="sibTrans" cxnId="{92B87012-07A9-436D-9A8B-2273401E7628}">
      <dgm:prSet/>
      <dgm:spPr/>
      <dgm:t>
        <a:bodyPr/>
        <a:lstStyle/>
        <a:p>
          <a:endParaRPr lang="en-US"/>
        </a:p>
      </dgm:t>
    </dgm:pt>
    <dgm:pt modelId="{78C268CC-71A0-4182-B0EC-BB571A47F8C0}" type="pres">
      <dgm:prSet presAssocID="{F20C53E0-8162-46B2-9FCF-DC3BEE233167}" presName="Name0" presStyleCnt="0">
        <dgm:presLayoutVars>
          <dgm:dir/>
          <dgm:animLvl val="lvl"/>
          <dgm:resizeHandles val="exact"/>
        </dgm:presLayoutVars>
      </dgm:prSet>
      <dgm:spPr/>
    </dgm:pt>
    <dgm:pt modelId="{E77990A8-D03E-4CBF-B2CD-11BA0E5C5E40}" type="pres">
      <dgm:prSet presAssocID="{3ADA060F-B41E-4240-A080-8AA917BAF32A}" presName="linNode" presStyleCnt="0"/>
      <dgm:spPr/>
    </dgm:pt>
    <dgm:pt modelId="{16BBC23F-EFF1-45D8-B852-4B8DDD1E0921}" type="pres">
      <dgm:prSet presAssocID="{3ADA060F-B41E-4240-A080-8AA917BAF32A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1F899B62-E800-46D1-92F0-F8173272DB2B}" type="pres">
      <dgm:prSet presAssocID="{3ADA060F-B41E-4240-A080-8AA917BAF32A}" presName="descendantText" presStyleLbl="alignAccFollowNode1" presStyleIdx="0" presStyleCnt="2">
        <dgm:presLayoutVars>
          <dgm:bulletEnabled val="1"/>
        </dgm:presLayoutVars>
      </dgm:prSet>
      <dgm:spPr/>
    </dgm:pt>
    <dgm:pt modelId="{B732996A-65D0-4C6A-8527-ADB93C882FE4}" type="pres">
      <dgm:prSet presAssocID="{DB732527-EB0A-4873-8E79-D8F94834CED0}" presName="sp" presStyleCnt="0"/>
      <dgm:spPr/>
    </dgm:pt>
    <dgm:pt modelId="{D0CCA7FA-E770-4020-AFBB-0EF16542B50D}" type="pres">
      <dgm:prSet presAssocID="{B0E57F60-D984-49F7-8665-6D1533B5C0AD}" presName="linNode" presStyleCnt="0"/>
      <dgm:spPr/>
    </dgm:pt>
    <dgm:pt modelId="{75DC4376-593F-47EB-B4B1-4ED8BE7BEDB5}" type="pres">
      <dgm:prSet presAssocID="{B0E57F60-D984-49F7-8665-6D1533B5C0AD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7A659DBD-D9F3-44B2-84AC-DE444F6A22B3}" type="pres">
      <dgm:prSet presAssocID="{B0E57F60-D984-49F7-8665-6D1533B5C0AD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4C30E802-BC86-4137-A90B-6CD2CAE06FB6}" type="presOf" srcId="{EA978C14-FFD0-4A3F-BA45-3D7BC83110A8}" destId="{7A659DBD-D9F3-44B2-84AC-DE444F6A22B3}" srcOrd="0" destOrd="0" presId="urn:microsoft.com/office/officeart/2005/8/layout/vList5"/>
    <dgm:cxn modelId="{92B87012-07A9-436D-9A8B-2273401E7628}" srcId="{B0E57F60-D984-49F7-8665-6D1533B5C0AD}" destId="{74360FBF-E28B-4D25-94F6-66A30AEDE90C}" srcOrd="2" destOrd="0" parTransId="{00569329-D820-477B-88CE-75461002523B}" sibTransId="{7CFC6902-2C88-4DC4-96E8-B376E2748FC8}"/>
    <dgm:cxn modelId="{C294951A-9232-447B-B4E5-C6FACE298049}" type="presOf" srcId="{BBB32DC7-B061-4ECB-9D12-964C9C22173F}" destId="{1F899B62-E800-46D1-92F0-F8173272DB2B}" srcOrd="0" destOrd="7" presId="urn:microsoft.com/office/officeart/2005/8/layout/vList5"/>
    <dgm:cxn modelId="{1BD4FC1C-C1A7-4FFB-B930-36E9DE76415F}" srcId="{F20C53E0-8162-46B2-9FCF-DC3BEE233167}" destId="{3ADA060F-B41E-4240-A080-8AA917BAF32A}" srcOrd="0" destOrd="0" parTransId="{C2B295CD-1377-4EB2-8546-E73CCD172B7F}" sibTransId="{DB732527-EB0A-4873-8E79-D8F94834CED0}"/>
    <dgm:cxn modelId="{AD957324-80FE-4797-A2DF-0686BB50CAB4}" srcId="{7541728A-4940-48C2-848D-5DB84EBF9528}" destId="{3562A9C5-4AC5-4C98-B237-77CCF39AB6BC}" srcOrd="0" destOrd="0" parTransId="{B5CAFD1C-4469-4707-9BF0-6CADA1D9CD53}" sibTransId="{BD4B4C6C-DD81-453F-9294-F84C4CF8B1EA}"/>
    <dgm:cxn modelId="{827C0A26-CA15-4B0E-8F88-03D65991379C}" srcId="{3ADA060F-B41E-4240-A080-8AA917BAF32A}" destId="{D17F98CA-E319-42B1-8372-3899BBDABD0E}" srcOrd="2" destOrd="0" parTransId="{84A1671D-0AAB-46C8-8866-5D658DA88AAD}" sibTransId="{17E5DC86-4F6B-4522-9303-4B95A019A2EA}"/>
    <dgm:cxn modelId="{4BD96A2B-0E3D-4609-87F1-EA4DD8D961D3}" srcId="{F20C53E0-8162-46B2-9FCF-DC3BEE233167}" destId="{B0E57F60-D984-49F7-8665-6D1533B5C0AD}" srcOrd="1" destOrd="0" parTransId="{7417F0DD-5ED4-4320-A660-4AD33EEE732E}" sibTransId="{4A269F80-3784-4E34-A56C-AB68D4BC40D7}"/>
    <dgm:cxn modelId="{7DACA62D-B101-4F1F-8C4C-7F417A46CF0D}" srcId="{30B6F465-A0BC-4792-86E0-AF83AEF21BF3}" destId="{61843D31-65F9-4757-B644-38E0FDF76343}" srcOrd="0" destOrd="0" parTransId="{5FE377DF-9BBF-4F7A-A4D5-AA20E20B8401}" sibTransId="{DFDC3399-053B-4928-AB7A-802485505532}"/>
    <dgm:cxn modelId="{41B94E2E-8B01-48E9-8FF8-6EE7DD9D811D}" type="presOf" srcId="{7541728A-4940-48C2-848D-5DB84EBF9528}" destId="{1F899B62-E800-46D1-92F0-F8173272DB2B}" srcOrd="0" destOrd="3" presId="urn:microsoft.com/office/officeart/2005/8/layout/vList5"/>
    <dgm:cxn modelId="{4141D133-2B09-4CED-B708-BCBA8B409339}" type="presOf" srcId="{B0E57F60-D984-49F7-8665-6D1533B5C0AD}" destId="{75DC4376-593F-47EB-B4B1-4ED8BE7BEDB5}" srcOrd="0" destOrd="0" presId="urn:microsoft.com/office/officeart/2005/8/layout/vList5"/>
    <dgm:cxn modelId="{DC26013C-9E8E-4F95-9C1C-246CDE947379}" srcId="{7541728A-4940-48C2-848D-5DB84EBF9528}" destId="{04E035E1-F2F9-40A9-8179-8B9E7FCF3A72}" srcOrd="1" destOrd="0" parTransId="{5DD15C56-343F-471E-86D2-7C207F832BD0}" sibTransId="{62EE9D94-F4E0-4758-88FE-AEF7A8A56487}"/>
    <dgm:cxn modelId="{F1175E42-7176-4F48-8235-6197403B8BA8}" srcId="{B0E57F60-D984-49F7-8665-6D1533B5C0AD}" destId="{08647FB2-B7B4-45A2-A411-3046457616E6}" srcOrd="1" destOrd="0" parTransId="{B81F1109-3FD7-4722-A698-22240F5CEE4E}" sibTransId="{725EA2CD-2989-458E-B4D2-166491868991}"/>
    <dgm:cxn modelId="{36E0BA45-A04C-465A-BCB9-2ED3E3A8B72F}" srcId="{D17F98CA-E319-42B1-8372-3899BBDABD0E}" destId="{BBB32DC7-B061-4ECB-9D12-964C9C22173F}" srcOrd="0" destOrd="0" parTransId="{2C051976-2E74-4270-87D1-A2F3ED7B38AE}" sibTransId="{25B3DDAD-809B-4780-9467-CA607FBBE38E}"/>
    <dgm:cxn modelId="{8DE97349-D89D-4D83-ADF8-05385B102B8A}" srcId="{B0E57F60-D984-49F7-8665-6D1533B5C0AD}" destId="{EA978C14-FFD0-4A3F-BA45-3D7BC83110A8}" srcOrd="0" destOrd="0" parTransId="{813C7827-AB2A-4753-A8F1-50F895833E81}" sibTransId="{89D067CE-7D1D-4CBD-98C5-EB2DB433569F}"/>
    <dgm:cxn modelId="{DBB44054-6A4E-4588-8821-97EFB80879C7}" type="presOf" srcId="{61843D31-65F9-4757-B644-38E0FDF76343}" destId="{1F899B62-E800-46D1-92F0-F8173272DB2B}" srcOrd="0" destOrd="1" presId="urn:microsoft.com/office/officeart/2005/8/layout/vList5"/>
    <dgm:cxn modelId="{E1159B5C-5960-466C-8BF9-D114BE8DCCF2}" type="presOf" srcId="{04E035E1-F2F9-40A9-8179-8B9E7FCF3A72}" destId="{1F899B62-E800-46D1-92F0-F8173272DB2B}" srcOrd="0" destOrd="5" presId="urn:microsoft.com/office/officeart/2005/8/layout/vList5"/>
    <dgm:cxn modelId="{B8069B6B-7C1D-4C68-BC83-5CDC9C7BC2B6}" type="presOf" srcId="{30B6F465-A0BC-4792-86E0-AF83AEF21BF3}" destId="{1F899B62-E800-46D1-92F0-F8173272DB2B}" srcOrd="0" destOrd="0" presId="urn:microsoft.com/office/officeart/2005/8/layout/vList5"/>
    <dgm:cxn modelId="{288F1E6D-FD13-4371-A2CA-F74B69F2E7F1}" type="presOf" srcId="{3ADA060F-B41E-4240-A080-8AA917BAF32A}" destId="{16BBC23F-EFF1-45D8-B852-4B8DDD1E0921}" srcOrd="0" destOrd="0" presId="urn:microsoft.com/office/officeart/2005/8/layout/vList5"/>
    <dgm:cxn modelId="{2A562B7F-81FF-425C-9FF2-F3EF9B16A30D}" srcId="{3ADA060F-B41E-4240-A080-8AA917BAF32A}" destId="{7541728A-4940-48C2-848D-5DB84EBF9528}" srcOrd="1" destOrd="0" parTransId="{563A534E-8E77-45C0-8465-9240C02655DF}" sibTransId="{C3D5F24A-0DDD-4732-B1DF-458B9AC80509}"/>
    <dgm:cxn modelId="{1F66D986-942B-4F49-8256-25230860861B}" srcId="{30B6F465-A0BC-4792-86E0-AF83AEF21BF3}" destId="{CA6B73E6-1512-4768-ADA0-B41E2BDCB51B}" srcOrd="1" destOrd="0" parTransId="{C473D658-27BE-404F-BABF-26A917B69021}" sibTransId="{95678B86-9258-45AC-8F13-C2470F3BFCA1}"/>
    <dgm:cxn modelId="{4D06238A-D790-46AE-943F-933316900D53}" type="presOf" srcId="{D17F98CA-E319-42B1-8372-3899BBDABD0E}" destId="{1F899B62-E800-46D1-92F0-F8173272DB2B}" srcOrd="0" destOrd="6" presId="urn:microsoft.com/office/officeart/2005/8/layout/vList5"/>
    <dgm:cxn modelId="{E71AFE8E-2806-45EC-9B1B-7622E0EA770A}" type="presOf" srcId="{74360FBF-E28B-4D25-94F6-66A30AEDE90C}" destId="{7A659DBD-D9F3-44B2-84AC-DE444F6A22B3}" srcOrd="0" destOrd="2" presId="urn:microsoft.com/office/officeart/2005/8/layout/vList5"/>
    <dgm:cxn modelId="{39BC8BA6-CAEA-4267-B7AC-F19B9FF491C8}" srcId="{3ADA060F-B41E-4240-A080-8AA917BAF32A}" destId="{30B6F465-A0BC-4792-86E0-AF83AEF21BF3}" srcOrd="0" destOrd="0" parTransId="{6EC44B21-20E9-4E40-B80B-8FF3691A83B6}" sibTransId="{AA7212CB-4188-49AF-B63B-D912B4FA501C}"/>
    <dgm:cxn modelId="{EF6AA6AA-F032-4EF8-AAF4-CDB02FD02FC9}" srcId="{D17F98CA-E319-42B1-8372-3899BBDABD0E}" destId="{880E6968-A9D8-4AD3-877F-ACFB996EDAF8}" srcOrd="1" destOrd="0" parTransId="{ADCD66C2-9926-4AC0-9F03-A35E55B9D870}" sibTransId="{58CD505F-7B63-4314-838A-6C7DF9396468}"/>
    <dgm:cxn modelId="{5E4DD9AC-D3EC-407D-BA25-B549997094E3}" type="presOf" srcId="{F20C53E0-8162-46B2-9FCF-DC3BEE233167}" destId="{78C268CC-71A0-4182-B0EC-BB571A47F8C0}" srcOrd="0" destOrd="0" presId="urn:microsoft.com/office/officeart/2005/8/layout/vList5"/>
    <dgm:cxn modelId="{FFC2D5B8-16D6-4DDE-BC89-59E79CC5937F}" type="presOf" srcId="{CA6B73E6-1512-4768-ADA0-B41E2BDCB51B}" destId="{1F899B62-E800-46D1-92F0-F8173272DB2B}" srcOrd="0" destOrd="2" presId="urn:microsoft.com/office/officeart/2005/8/layout/vList5"/>
    <dgm:cxn modelId="{2FAAF9BA-1203-41F0-9C13-3C61F2D1213E}" srcId="{B0E57F60-D984-49F7-8665-6D1533B5C0AD}" destId="{21F8F45B-C562-454C-8F4D-EE1C002C0994}" srcOrd="4" destOrd="0" parTransId="{658DEB1E-8967-434A-AFC4-0604C06004C8}" sibTransId="{1D490976-19A0-4AFD-8598-A31EB95C7FD6}"/>
    <dgm:cxn modelId="{A55CC3C7-6077-489E-96D5-911D6C4AC126}" type="presOf" srcId="{3562A9C5-4AC5-4C98-B237-77CCF39AB6BC}" destId="{1F899B62-E800-46D1-92F0-F8173272DB2B}" srcOrd="0" destOrd="4" presId="urn:microsoft.com/office/officeart/2005/8/layout/vList5"/>
    <dgm:cxn modelId="{0ECC4DD8-0EFF-421C-92FF-9E9062D78DCE}" type="presOf" srcId="{21F8F45B-C562-454C-8F4D-EE1C002C0994}" destId="{7A659DBD-D9F3-44B2-84AC-DE444F6A22B3}" srcOrd="0" destOrd="4" presId="urn:microsoft.com/office/officeart/2005/8/layout/vList5"/>
    <dgm:cxn modelId="{925CF6D9-DF96-4045-BE9A-AEB1E2AA152B}" srcId="{B0E57F60-D984-49F7-8665-6D1533B5C0AD}" destId="{EFE24AFC-802D-41DF-868C-3C04FF83B329}" srcOrd="3" destOrd="0" parTransId="{73E56B4B-2914-41CF-BF4F-E320953E0087}" sibTransId="{9EA7D58B-98EC-40F8-AF26-42226429BD1B}"/>
    <dgm:cxn modelId="{296C77E4-CF93-42BD-8DF9-92C5A06FA731}" type="presOf" srcId="{880E6968-A9D8-4AD3-877F-ACFB996EDAF8}" destId="{1F899B62-E800-46D1-92F0-F8173272DB2B}" srcOrd="0" destOrd="8" presId="urn:microsoft.com/office/officeart/2005/8/layout/vList5"/>
    <dgm:cxn modelId="{B27478EA-9B73-4979-BD6E-35201CCF208D}" type="presOf" srcId="{08647FB2-B7B4-45A2-A411-3046457616E6}" destId="{7A659DBD-D9F3-44B2-84AC-DE444F6A22B3}" srcOrd="0" destOrd="1" presId="urn:microsoft.com/office/officeart/2005/8/layout/vList5"/>
    <dgm:cxn modelId="{17FE21F9-8D1E-476E-AD6A-FE09D47F943A}" type="presOf" srcId="{EFE24AFC-802D-41DF-868C-3C04FF83B329}" destId="{7A659DBD-D9F3-44B2-84AC-DE444F6A22B3}" srcOrd="0" destOrd="3" presId="urn:microsoft.com/office/officeart/2005/8/layout/vList5"/>
    <dgm:cxn modelId="{B35167AB-2333-47D0-B70A-B6C1A9F251B2}" type="presParOf" srcId="{78C268CC-71A0-4182-B0EC-BB571A47F8C0}" destId="{E77990A8-D03E-4CBF-B2CD-11BA0E5C5E40}" srcOrd="0" destOrd="0" presId="urn:microsoft.com/office/officeart/2005/8/layout/vList5"/>
    <dgm:cxn modelId="{760356B8-4139-4807-9A90-5DB23B5E0D0A}" type="presParOf" srcId="{E77990A8-D03E-4CBF-B2CD-11BA0E5C5E40}" destId="{16BBC23F-EFF1-45D8-B852-4B8DDD1E0921}" srcOrd="0" destOrd="0" presId="urn:microsoft.com/office/officeart/2005/8/layout/vList5"/>
    <dgm:cxn modelId="{86896195-6D01-4987-9FAE-56DBB7ADF1EA}" type="presParOf" srcId="{E77990A8-D03E-4CBF-B2CD-11BA0E5C5E40}" destId="{1F899B62-E800-46D1-92F0-F8173272DB2B}" srcOrd="1" destOrd="0" presId="urn:microsoft.com/office/officeart/2005/8/layout/vList5"/>
    <dgm:cxn modelId="{9A062F01-DC82-4A3F-81C4-68318E39CC31}" type="presParOf" srcId="{78C268CC-71A0-4182-B0EC-BB571A47F8C0}" destId="{B732996A-65D0-4C6A-8527-ADB93C882FE4}" srcOrd="1" destOrd="0" presId="urn:microsoft.com/office/officeart/2005/8/layout/vList5"/>
    <dgm:cxn modelId="{B00579ED-02E3-483A-9321-3C2C7ADF1447}" type="presParOf" srcId="{78C268CC-71A0-4182-B0EC-BB571A47F8C0}" destId="{D0CCA7FA-E770-4020-AFBB-0EF16542B50D}" srcOrd="2" destOrd="0" presId="urn:microsoft.com/office/officeart/2005/8/layout/vList5"/>
    <dgm:cxn modelId="{A90085BE-8889-4C87-9DD1-CF8E0ABEA334}" type="presParOf" srcId="{D0CCA7FA-E770-4020-AFBB-0EF16542B50D}" destId="{75DC4376-593F-47EB-B4B1-4ED8BE7BEDB5}" srcOrd="0" destOrd="0" presId="urn:microsoft.com/office/officeart/2005/8/layout/vList5"/>
    <dgm:cxn modelId="{F2712CB9-ED2F-4CBB-B02B-AC8FB2D8710E}" type="presParOf" srcId="{D0CCA7FA-E770-4020-AFBB-0EF16542B50D}" destId="{7A659DBD-D9F3-44B2-84AC-DE444F6A22B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F02375E-6E07-4F97-8EBF-56CA7C6C4AF9}" type="doc">
      <dgm:prSet loTypeId="urn:microsoft.com/office/officeart/2005/8/layout/default" loCatId="list" qsTypeId="urn:microsoft.com/office/officeart/2005/8/quickstyle/simple1#8" qsCatId="simple" csTypeId="urn:microsoft.com/office/officeart/2005/8/colors/accent2_3#2" csCatId="accent2" phldr="1"/>
      <dgm:spPr/>
      <dgm:t>
        <a:bodyPr/>
        <a:lstStyle/>
        <a:p>
          <a:endParaRPr lang="en-US"/>
        </a:p>
      </dgm:t>
    </dgm:pt>
    <dgm:pt modelId="{B82230E2-D027-41F1-BC37-FC35021C2136}">
      <dgm:prSet phldrT="[Text]" custT="1"/>
      <dgm:spPr/>
      <dgm:t>
        <a:bodyPr/>
        <a:lstStyle/>
        <a:p>
          <a:pPr>
            <a:buNone/>
          </a:pPr>
          <a:r>
            <a:rPr lang="en-US" sz="1200" b="1" i="0" dirty="0"/>
            <a:t>2.63 / 5</a:t>
          </a:r>
          <a:br>
            <a:rPr lang="en-US" sz="1200" b="0" i="0" dirty="0"/>
          </a:br>
          <a:r>
            <a:rPr lang="en-US" sz="1200" b="0" i="0" dirty="0"/>
            <a:t>Automated Match Score</a:t>
          </a:r>
          <a:endParaRPr lang="en-US" sz="1200" dirty="0"/>
        </a:p>
      </dgm:t>
    </dgm:pt>
    <dgm:pt modelId="{53C7C914-7B8D-41AA-8D73-D45056BDD388}" type="parTrans" cxnId="{A754E2ED-3EA2-407A-85EC-620C94E94FA9}">
      <dgm:prSet/>
      <dgm:spPr/>
      <dgm:t>
        <a:bodyPr/>
        <a:lstStyle/>
        <a:p>
          <a:endParaRPr lang="en-US"/>
        </a:p>
      </dgm:t>
    </dgm:pt>
    <dgm:pt modelId="{5EF0B0AD-F574-4ADE-A6D5-5C9997B29795}" type="sibTrans" cxnId="{A754E2ED-3EA2-407A-85EC-620C94E94FA9}">
      <dgm:prSet/>
      <dgm:spPr/>
      <dgm:t>
        <a:bodyPr/>
        <a:lstStyle/>
        <a:p>
          <a:endParaRPr lang="en-US"/>
        </a:p>
      </dgm:t>
    </dgm:pt>
    <dgm:pt modelId="{0E2A5A15-E290-4BE8-8355-0ECD3F134F71}">
      <dgm:prSet custT="1"/>
      <dgm:spPr/>
      <dgm:t>
        <a:bodyPr/>
        <a:lstStyle/>
        <a:p>
          <a:pPr>
            <a:buNone/>
          </a:pPr>
          <a:r>
            <a:rPr lang="en-US" sz="1200" b="1" i="0"/>
            <a:t>2.53 / 5</a:t>
          </a:r>
          <a:br>
            <a:rPr lang="en-US" sz="1200" b="0" i="0"/>
          </a:br>
          <a:r>
            <a:rPr lang="en-US" sz="1200" b="0" i="0"/>
            <a:t>Human-Reviewed Match Score</a:t>
          </a:r>
        </a:p>
      </dgm:t>
    </dgm:pt>
    <dgm:pt modelId="{3126FE4C-12A1-4AC0-8E69-2FCB9FDD2083}" type="parTrans" cxnId="{8BBE447F-F421-4ACA-9C7D-7CCC36BFCA85}">
      <dgm:prSet/>
      <dgm:spPr/>
      <dgm:t>
        <a:bodyPr/>
        <a:lstStyle/>
        <a:p>
          <a:endParaRPr lang="en-US"/>
        </a:p>
      </dgm:t>
    </dgm:pt>
    <dgm:pt modelId="{D56DC305-C93E-4013-96B5-7B9CAA3E612B}" type="sibTrans" cxnId="{8BBE447F-F421-4ACA-9C7D-7CCC36BFCA85}">
      <dgm:prSet/>
      <dgm:spPr/>
      <dgm:t>
        <a:bodyPr/>
        <a:lstStyle/>
        <a:p>
          <a:endParaRPr lang="en-US"/>
        </a:p>
      </dgm:t>
    </dgm:pt>
    <dgm:pt modelId="{B14418B1-1F4D-45AA-828A-B9A1EAA32DDC}">
      <dgm:prSet custT="1"/>
      <dgm:spPr/>
      <dgm:t>
        <a:bodyPr/>
        <a:lstStyle/>
        <a:p>
          <a:pPr>
            <a:buNone/>
          </a:pPr>
          <a:r>
            <a:rPr lang="en-US" sz="1200" b="1" i="0" dirty="0"/>
            <a:t>73.3%</a:t>
          </a:r>
          <a:br>
            <a:rPr lang="en-US" sz="1200" b="0" i="0" dirty="0"/>
          </a:br>
          <a:r>
            <a:rPr lang="en-US" sz="1200" b="0" i="0" dirty="0"/>
            <a:t>Important omission</a:t>
          </a:r>
        </a:p>
      </dgm:t>
    </dgm:pt>
    <dgm:pt modelId="{A54E5E5C-712F-4B62-9FC0-C118BAC407A6}" type="parTrans" cxnId="{42E52099-52D0-4557-8C1B-29348FBBD063}">
      <dgm:prSet/>
      <dgm:spPr/>
      <dgm:t>
        <a:bodyPr/>
        <a:lstStyle/>
        <a:p>
          <a:endParaRPr lang="en-US"/>
        </a:p>
      </dgm:t>
    </dgm:pt>
    <dgm:pt modelId="{3A94E4B0-1B02-4A45-B201-350BF43D8EE6}" type="sibTrans" cxnId="{42E52099-52D0-4557-8C1B-29348FBBD063}">
      <dgm:prSet/>
      <dgm:spPr/>
      <dgm:t>
        <a:bodyPr/>
        <a:lstStyle/>
        <a:p>
          <a:endParaRPr lang="en-US"/>
        </a:p>
      </dgm:t>
    </dgm:pt>
    <dgm:pt modelId="{99CFCB54-611C-439E-B8CF-F2195887AED8}">
      <dgm:prSet custT="1"/>
      <dgm:spPr/>
      <dgm:t>
        <a:bodyPr/>
        <a:lstStyle/>
        <a:p>
          <a:pPr>
            <a:buNone/>
          </a:pPr>
          <a:r>
            <a:rPr lang="en-US" sz="1200" b="1" i="0" dirty="0"/>
            <a:t>36.7%</a:t>
          </a:r>
          <a:endParaRPr lang="en-DE" sz="1200" b="1" i="0" dirty="0"/>
        </a:p>
        <a:p>
          <a:pPr>
            <a:buNone/>
          </a:pPr>
          <a:r>
            <a:rPr lang="en-DE" sz="1200" b="0" i="0" dirty="0"/>
            <a:t>Contradiction</a:t>
          </a:r>
          <a:endParaRPr lang="en-US" sz="1200" b="0" i="0" dirty="0"/>
        </a:p>
      </dgm:t>
    </dgm:pt>
    <dgm:pt modelId="{8370ADCD-A91E-4DD2-91FC-8BAC60CE99F4}" type="parTrans" cxnId="{C1CD0D23-ED40-4DFB-9C77-B9C7ED5DCDD3}">
      <dgm:prSet/>
      <dgm:spPr/>
      <dgm:t>
        <a:bodyPr/>
        <a:lstStyle/>
        <a:p>
          <a:endParaRPr lang="en-US"/>
        </a:p>
      </dgm:t>
    </dgm:pt>
    <dgm:pt modelId="{28BB502D-A447-4E36-AFE8-F5BF5EAF04AB}" type="sibTrans" cxnId="{C1CD0D23-ED40-4DFB-9C77-B9C7ED5DCDD3}">
      <dgm:prSet/>
      <dgm:spPr/>
      <dgm:t>
        <a:bodyPr/>
        <a:lstStyle/>
        <a:p>
          <a:endParaRPr lang="en-US"/>
        </a:p>
      </dgm:t>
    </dgm:pt>
    <dgm:pt modelId="{E1C1866A-6890-428D-BB09-872B4E2E4957}">
      <dgm:prSet custT="1"/>
      <dgm:spPr/>
      <dgm:t>
        <a:bodyPr/>
        <a:lstStyle/>
        <a:p>
          <a:pPr>
            <a:buNone/>
          </a:pPr>
          <a:r>
            <a:rPr lang="en-US" sz="1200" b="1" i="0" dirty="0"/>
            <a:t>ρ ≈ 0.82</a:t>
          </a:r>
          <a:r>
            <a:rPr lang="en-US" sz="1200" b="0" i="0" dirty="0"/>
            <a:t> Automated–Human alignment</a:t>
          </a:r>
        </a:p>
      </dgm:t>
    </dgm:pt>
    <dgm:pt modelId="{A1D10649-8907-4040-BF09-193BD6444D5B}" type="parTrans" cxnId="{EE0443DC-A7FA-4E5C-BC63-F7D0F42F20D7}">
      <dgm:prSet/>
      <dgm:spPr/>
      <dgm:t>
        <a:bodyPr/>
        <a:lstStyle/>
        <a:p>
          <a:endParaRPr lang="en-US"/>
        </a:p>
      </dgm:t>
    </dgm:pt>
    <dgm:pt modelId="{9677AB47-76EB-47FE-A3ED-A9C98D1676AA}" type="sibTrans" cxnId="{EE0443DC-A7FA-4E5C-BC63-F7D0F42F20D7}">
      <dgm:prSet/>
      <dgm:spPr/>
      <dgm:t>
        <a:bodyPr/>
        <a:lstStyle/>
        <a:p>
          <a:endParaRPr lang="en-US"/>
        </a:p>
      </dgm:t>
    </dgm:pt>
    <dgm:pt modelId="{C1769B87-7E4E-4CEA-9471-3EC566242836}" type="pres">
      <dgm:prSet presAssocID="{3F02375E-6E07-4F97-8EBF-56CA7C6C4AF9}" presName="diagram" presStyleCnt="0">
        <dgm:presLayoutVars>
          <dgm:dir/>
          <dgm:resizeHandles val="exact"/>
        </dgm:presLayoutVars>
      </dgm:prSet>
      <dgm:spPr/>
    </dgm:pt>
    <dgm:pt modelId="{CA468F42-AD55-47DB-BC50-8CAA9D89366B}" type="pres">
      <dgm:prSet presAssocID="{B82230E2-D027-41F1-BC37-FC35021C2136}" presName="node" presStyleLbl="node1" presStyleIdx="0" presStyleCnt="5">
        <dgm:presLayoutVars>
          <dgm:bulletEnabled val="1"/>
        </dgm:presLayoutVars>
      </dgm:prSet>
      <dgm:spPr/>
    </dgm:pt>
    <dgm:pt modelId="{243754B0-BE3D-4F13-99A5-771AE6D25E79}" type="pres">
      <dgm:prSet presAssocID="{5EF0B0AD-F574-4ADE-A6D5-5C9997B29795}" presName="sibTrans" presStyleCnt="0"/>
      <dgm:spPr/>
    </dgm:pt>
    <dgm:pt modelId="{FE32CDE9-AE49-4D87-9950-D904B1A20C91}" type="pres">
      <dgm:prSet presAssocID="{0E2A5A15-E290-4BE8-8355-0ECD3F134F71}" presName="node" presStyleLbl="node1" presStyleIdx="1" presStyleCnt="5">
        <dgm:presLayoutVars>
          <dgm:bulletEnabled val="1"/>
        </dgm:presLayoutVars>
      </dgm:prSet>
      <dgm:spPr/>
    </dgm:pt>
    <dgm:pt modelId="{FB3000F5-428F-48A5-9536-A24B6B396941}" type="pres">
      <dgm:prSet presAssocID="{D56DC305-C93E-4013-96B5-7B9CAA3E612B}" presName="sibTrans" presStyleCnt="0"/>
      <dgm:spPr/>
    </dgm:pt>
    <dgm:pt modelId="{37446132-A80A-4159-BF68-02766327F280}" type="pres">
      <dgm:prSet presAssocID="{B14418B1-1F4D-45AA-828A-B9A1EAA32DDC}" presName="node" presStyleLbl="node1" presStyleIdx="2" presStyleCnt="5">
        <dgm:presLayoutVars>
          <dgm:bulletEnabled val="1"/>
        </dgm:presLayoutVars>
      </dgm:prSet>
      <dgm:spPr/>
    </dgm:pt>
    <dgm:pt modelId="{09E0B5B8-618B-4C58-A44F-DFE04137461A}" type="pres">
      <dgm:prSet presAssocID="{3A94E4B0-1B02-4A45-B201-350BF43D8EE6}" presName="sibTrans" presStyleCnt="0"/>
      <dgm:spPr/>
    </dgm:pt>
    <dgm:pt modelId="{D07DA28C-8504-40CB-A4AC-AA85F9BD69F1}" type="pres">
      <dgm:prSet presAssocID="{99CFCB54-611C-439E-B8CF-F2195887AED8}" presName="node" presStyleLbl="node1" presStyleIdx="3" presStyleCnt="5">
        <dgm:presLayoutVars>
          <dgm:bulletEnabled val="1"/>
        </dgm:presLayoutVars>
      </dgm:prSet>
      <dgm:spPr/>
    </dgm:pt>
    <dgm:pt modelId="{60DDEC19-5AD6-4E69-9264-9C1C701FBEC4}" type="pres">
      <dgm:prSet presAssocID="{28BB502D-A447-4E36-AFE8-F5BF5EAF04AB}" presName="sibTrans" presStyleCnt="0"/>
      <dgm:spPr/>
    </dgm:pt>
    <dgm:pt modelId="{B45B549D-63D5-4290-B81B-6378A5C152B6}" type="pres">
      <dgm:prSet presAssocID="{E1C1866A-6890-428D-BB09-872B4E2E4957}" presName="node" presStyleLbl="node1" presStyleIdx="4" presStyleCnt="5">
        <dgm:presLayoutVars>
          <dgm:bulletEnabled val="1"/>
        </dgm:presLayoutVars>
      </dgm:prSet>
      <dgm:spPr/>
    </dgm:pt>
  </dgm:ptLst>
  <dgm:cxnLst>
    <dgm:cxn modelId="{C1CD0D23-ED40-4DFB-9C77-B9C7ED5DCDD3}" srcId="{3F02375E-6E07-4F97-8EBF-56CA7C6C4AF9}" destId="{99CFCB54-611C-439E-B8CF-F2195887AED8}" srcOrd="3" destOrd="0" parTransId="{8370ADCD-A91E-4DD2-91FC-8BAC60CE99F4}" sibTransId="{28BB502D-A447-4E36-AFE8-F5BF5EAF04AB}"/>
    <dgm:cxn modelId="{E852EA45-7920-4882-9830-8CC95146E916}" type="presOf" srcId="{99CFCB54-611C-439E-B8CF-F2195887AED8}" destId="{D07DA28C-8504-40CB-A4AC-AA85F9BD69F1}" srcOrd="0" destOrd="0" presId="urn:microsoft.com/office/officeart/2005/8/layout/default"/>
    <dgm:cxn modelId="{F6833A61-4F67-4528-915C-C7A1BA3002B5}" type="presOf" srcId="{3F02375E-6E07-4F97-8EBF-56CA7C6C4AF9}" destId="{C1769B87-7E4E-4CEA-9471-3EC566242836}" srcOrd="0" destOrd="0" presId="urn:microsoft.com/office/officeart/2005/8/layout/default"/>
    <dgm:cxn modelId="{01893D66-2EF4-4A5B-B722-4BFAAF4F39C6}" type="presOf" srcId="{E1C1866A-6890-428D-BB09-872B4E2E4957}" destId="{B45B549D-63D5-4290-B81B-6378A5C152B6}" srcOrd="0" destOrd="0" presId="urn:microsoft.com/office/officeart/2005/8/layout/default"/>
    <dgm:cxn modelId="{8BBE447F-F421-4ACA-9C7D-7CCC36BFCA85}" srcId="{3F02375E-6E07-4F97-8EBF-56CA7C6C4AF9}" destId="{0E2A5A15-E290-4BE8-8355-0ECD3F134F71}" srcOrd="1" destOrd="0" parTransId="{3126FE4C-12A1-4AC0-8E69-2FCB9FDD2083}" sibTransId="{D56DC305-C93E-4013-96B5-7B9CAA3E612B}"/>
    <dgm:cxn modelId="{42E52099-52D0-4557-8C1B-29348FBBD063}" srcId="{3F02375E-6E07-4F97-8EBF-56CA7C6C4AF9}" destId="{B14418B1-1F4D-45AA-828A-B9A1EAA32DDC}" srcOrd="2" destOrd="0" parTransId="{A54E5E5C-712F-4B62-9FC0-C118BAC407A6}" sibTransId="{3A94E4B0-1B02-4A45-B201-350BF43D8EE6}"/>
    <dgm:cxn modelId="{8012F5A5-E9B7-4012-9203-DE2E06E60D8B}" type="presOf" srcId="{B82230E2-D027-41F1-BC37-FC35021C2136}" destId="{CA468F42-AD55-47DB-BC50-8CAA9D89366B}" srcOrd="0" destOrd="0" presId="urn:microsoft.com/office/officeart/2005/8/layout/default"/>
    <dgm:cxn modelId="{712308B7-17FE-4AFD-9B3B-92A29964ED7D}" type="presOf" srcId="{B14418B1-1F4D-45AA-828A-B9A1EAA32DDC}" destId="{37446132-A80A-4159-BF68-02766327F280}" srcOrd="0" destOrd="0" presId="urn:microsoft.com/office/officeart/2005/8/layout/default"/>
    <dgm:cxn modelId="{4ABF4ABD-804B-488A-8C92-8E676E96C410}" type="presOf" srcId="{0E2A5A15-E290-4BE8-8355-0ECD3F134F71}" destId="{FE32CDE9-AE49-4D87-9950-D904B1A20C91}" srcOrd="0" destOrd="0" presId="urn:microsoft.com/office/officeart/2005/8/layout/default"/>
    <dgm:cxn modelId="{EE0443DC-A7FA-4E5C-BC63-F7D0F42F20D7}" srcId="{3F02375E-6E07-4F97-8EBF-56CA7C6C4AF9}" destId="{E1C1866A-6890-428D-BB09-872B4E2E4957}" srcOrd="4" destOrd="0" parTransId="{A1D10649-8907-4040-BF09-193BD6444D5B}" sibTransId="{9677AB47-76EB-47FE-A3ED-A9C98D1676AA}"/>
    <dgm:cxn modelId="{A754E2ED-3EA2-407A-85EC-620C94E94FA9}" srcId="{3F02375E-6E07-4F97-8EBF-56CA7C6C4AF9}" destId="{B82230E2-D027-41F1-BC37-FC35021C2136}" srcOrd="0" destOrd="0" parTransId="{53C7C914-7B8D-41AA-8D73-D45056BDD388}" sibTransId="{5EF0B0AD-F574-4ADE-A6D5-5C9997B29795}"/>
    <dgm:cxn modelId="{813977BB-AFFF-4A6D-B8B6-908CCEF80D63}" type="presParOf" srcId="{C1769B87-7E4E-4CEA-9471-3EC566242836}" destId="{CA468F42-AD55-47DB-BC50-8CAA9D89366B}" srcOrd="0" destOrd="0" presId="urn:microsoft.com/office/officeart/2005/8/layout/default"/>
    <dgm:cxn modelId="{68D69DBE-F7A5-4477-898E-D86CF4E45ECD}" type="presParOf" srcId="{C1769B87-7E4E-4CEA-9471-3EC566242836}" destId="{243754B0-BE3D-4F13-99A5-771AE6D25E79}" srcOrd="1" destOrd="0" presId="urn:microsoft.com/office/officeart/2005/8/layout/default"/>
    <dgm:cxn modelId="{A08F1C5E-73B1-4ABA-9D63-FE60C76AD027}" type="presParOf" srcId="{C1769B87-7E4E-4CEA-9471-3EC566242836}" destId="{FE32CDE9-AE49-4D87-9950-D904B1A20C91}" srcOrd="2" destOrd="0" presId="urn:microsoft.com/office/officeart/2005/8/layout/default"/>
    <dgm:cxn modelId="{00CD6C2F-DDDF-4125-9673-3D906650BA3F}" type="presParOf" srcId="{C1769B87-7E4E-4CEA-9471-3EC566242836}" destId="{FB3000F5-428F-48A5-9536-A24B6B396941}" srcOrd="3" destOrd="0" presId="urn:microsoft.com/office/officeart/2005/8/layout/default"/>
    <dgm:cxn modelId="{06DCF6CF-20B5-450A-8DAC-485377E27CE3}" type="presParOf" srcId="{C1769B87-7E4E-4CEA-9471-3EC566242836}" destId="{37446132-A80A-4159-BF68-02766327F280}" srcOrd="4" destOrd="0" presId="urn:microsoft.com/office/officeart/2005/8/layout/default"/>
    <dgm:cxn modelId="{16F4359F-1933-49D8-B1C9-1124CB1562F8}" type="presParOf" srcId="{C1769B87-7E4E-4CEA-9471-3EC566242836}" destId="{09E0B5B8-618B-4C58-A44F-DFE04137461A}" srcOrd="5" destOrd="0" presId="urn:microsoft.com/office/officeart/2005/8/layout/default"/>
    <dgm:cxn modelId="{AD29F46D-7957-48D2-9FD8-B44AF98DFAFB}" type="presParOf" srcId="{C1769B87-7E4E-4CEA-9471-3EC566242836}" destId="{D07DA28C-8504-40CB-A4AC-AA85F9BD69F1}" srcOrd="6" destOrd="0" presId="urn:microsoft.com/office/officeart/2005/8/layout/default"/>
    <dgm:cxn modelId="{42EECD79-C325-4E51-B3E1-0AE85B1E27C1}" type="presParOf" srcId="{C1769B87-7E4E-4CEA-9471-3EC566242836}" destId="{60DDEC19-5AD6-4E69-9264-9C1C701FBEC4}" srcOrd="7" destOrd="0" presId="urn:microsoft.com/office/officeart/2005/8/layout/default"/>
    <dgm:cxn modelId="{15CD0C27-7BDD-4976-AD6D-BF62215BCF58}" type="presParOf" srcId="{C1769B87-7E4E-4CEA-9471-3EC566242836}" destId="{B45B549D-63D5-4290-B81B-6378A5C152B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AE3658-D3E2-4948-9140-E29FD31F16D1}">
      <dsp:nvSpPr>
        <dsp:cNvPr id="0" name=""/>
        <dsp:cNvSpPr/>
      </dsp:nvSpPr>
      <dsp:spPr>
        <a:xfrm>
          <a:off x="558650" y="28"/>
          <a:ext cx="2026174" cy="10130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>
              <a:latin typeface="Aptos" panose="020B0004020202020204" pitchFamily="34" charset="0"/>
            </a:rPr>
            <a:t>The Opportunity</a:t>
          </a:r>
          <a:endParaRPr lang="en-US" sz="1800" kern="1200" dirty="0">
            <a:latin typeface="Aptos" panose="020B0004020202020204" pitchFamily="34" charset="0"/>
          </a:endParaRPr>
        </a:p>
      </dsp:txBody>
      <dsp:txXfrm>
        <a:off x="588322" y="29700"/>
        <a:ext cx="1966830" cy="953743"/>
      </dsp:txXfrm>
    </dsp:sp>
    <dsp:sp modelId="{71B79103-C411-4209-BEE6-A5E22DD25670}">
      <dsp:nvSpPr>
        <dsp:cNvPr id="0" name=""/>
        <dsp:cNvSpPr/>
      </dsp:nvSpPr>
      <dsp:spPr>
        <a:xfrm>
          <a:off x="761268" y="1013116"/>
          <a:ext cx="202617" cy="7598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59815"/>
              </a:lnTo>
              <a:lnTo>
                <a:pt x="202617" y="7598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85BABD-1AE2-486D-8B5E-F11B9F7E2F67}">
      <dsp:nvSpPr>
        <dsp:cNvPr id="0" name=""/>
        <dsp:cNvSpPr/>
      </dsp:nvSpPr>
      <dsp:spPr>
        <a:xfrm>
          <a:off x="963885" y="1266387"/>
          <a:ext cx="1620939" cy="101308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b="0" i="0" kern="1200" dirty="0">
              <a:latin typeface="Aptos" panose="020B0004020202020204" pitchFamily="34" charset="0"/>
            </a:rPr>
            <a:t>Faster consumer research</a:t>
          </a:r>
        </a:p>
      </dsp:txBody>
      <dsp:txXfrm>
        <a:off x="993557" y="1296059"/>
        <a:ext cx="1561595" cy="953743"/>
      </dsp:txXfrm>
    </dsp:sp>
    <dsp:sp modelId="{BA54FA0B-26B8-4766-B693-2D3C578601AF}">
      <dsp:nvSpPr>
        <dsp:cNvPr id="0" name=""/>
        <dsp:cNvSpPr/>
      </dsp:nvSpPr>
      <dsp:spPr>
        <a:xfrm>
          <a:off x="761268" y="1013116"/>
          <a:ext cx="202617" cy="20261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26174"/>
              </a:lnTo>
              <a:lnTo>
                <a:pt x="202617" y="202617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8C82B2-28A1-4979-8BA1-7B31D27697FD}">
      <dsp:nvSpPr>
        <dsp:cNvPr id="0" name=""/>
        <dsp:cNvSpPr/>
      </dsp:nvSpPr>
      <dsp:spPr>
        <a:xfrm>
          <a:off x="963885" y="2532746"/>
          <a:ext cx="1620939" cy="101308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b="0" i="0" kern="1200" dirty="0">
              <a:latin typeface="Aptos" panose="020B0004020202020204" pitchFamily="34" charset="0"/>
            </a:rPr>
            <a:t>Lower cost than large-scale surveys</a:t>
          </a:r>
        </a:p>
      </dsp:txBody>
      <dsp:txXfrm>
        <a:off x="993557" y="2562418"/>
        <a:ext cx="1561595" cy="953743"/>
      </dsp:txXfrm>
    </dsp:sp>
    <dsp:sp modelId="{A056CCF4-3401-4BB0-8A36-8A82699E1808}">
      <dsp:nvSpPr>
        <dsp:cNvPr id="0" name=""/>
        <dsp:cNvSpPr/>
      </dsp:nvSpPr>
      <dsp:spPr>
        <a:xfrm>
          <a:off x="761268" y="1013116"/>
          <a:ext cx="202617" cy="32925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92533"/>
              </a:lnTo>
              <a:lnTo>
                <a:pt x="202617" y="329253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00F548-E1DE-4215-AF78-8EBE8B39ED3B}">
      <dsp:nvSpPr>
        <dsp:cNvPr id="0" name=""/>
        <dsp:cNvSpPr/>
      </dsp:nvSpPr>
      <dsp:spPr>
        <a:xfrm>
          <a:off x="963885" y="3799105"/>
          <a:ext cx="1620939" cy="101308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b="0" i="0" kern="1200" dirty="0">
              <a:latin typeface="Aptos" panose="020B0004020202020204" pitchFamily="34" charset="0"/>
            </a:rPr>
            <a:t>Rapid testing of ideas and concepts</a:t>
          </a:r>
        </a:p>
      </dsp:txBody>
      <dsp:txXfrm>
        <a:off x="993557" y="3828777"/>
        <a:ext cx="1561595" cy="953743"/>
      </dsp:txXfrm>
    </dsp:sp>
    <dsp:sp modelId="{DA153580-55CD-4EAE-8864-43BBCD3BAAC5}">
      <dsp:nvSpPr>
        <dsp:cNvPr id="0" name=""/>
        <dsp:cNvSpPr/>
      </dsp:nvSpPr>
      <dsp:spPr>
        <a:xfrm>
          <a:off x="3091368" y="28"/>
          <a:ext cx="2026174" cy="10130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>
              <a:latin typeface="Aptos" panose="020B0004020202020204" pitchFamily="34" charset="0"/>
            </a:rPr>
            <a:t>The Challenge</a:t>
          </a:r>
        </a:p>
      </dsp:txBody>
      <dsp:txXfrm>
        <a:off x="3121040" y="29700"/>
        <a:ext cx="1966830" cy="953743"/>
      </dsp:txXfrm>
    </dsp:sp>
    <dsp:sp modelId="{AC9E9862-C9BB-4F39-BFB0-059256C2C7FA}">
      <dsp:nvSpPr>
        <dsp:cNvPr id="0" name=""/>
        <dsp:cNvSpPr/>
      </dsp:nvSpPr>
      <dsp:spPr>
        <a:xfrm>
          <a:off x="3293986" y="1013116"/>
          <a:ext cx="202617" cy="7598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59815"/>
              </a:lnTo>
              <a:lnTo>
                <a:pt x="202617" y="7598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46EF7C-67B4-414B-8AA9-B2BF2FF0B1EC}">
      <dsp:nvSpPr>
        <dsp:cNvPr id="0" name=""/>
        <dsp:cNvSpPr/>
      </dsp:nvSpPr>
      <dsp:spPr>
        <a:xfrm>
          <a:off x="3496603" y="1266387"/>
          <a:ext cx="1620939" cy="101308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b="0" i="0" kern="1200" dirty="0">
              <a:latin typeface="Aptos" panose="020B0004020202020204" pitchFamily="34" charset="0"/>
            </a:rPr>
            <a:t>Human-like responses do not necessarily mean human-like behavior</a:t>
          </a:r>
        </a:p>
      </dsp:txBody>
      <dsp:txXfrm>
        <a:off x="3526275" y="1296059"/>
        <a:ext cx="1561595" cy="953743"/>
      </dsp:txXfrm>
    </dsp:sp>
    <dsp:sp modelId="{5DAD82C7-3704-40AB-A68F-0F5D29F94ADA}">
      <dsp:nvSpPr>
        <dsp:cNvPr id="0" name=""/>
        <dsp:cNvSpPr/>
      </dsp:nvSpPr>
      <dsp:spPr>
        <a:xfrm>
          <a:off x="3293986" y="1013116"/>
          <a:ext cx="202617" cy="20261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26174"/>
              </a:lnTo>
              <a:lnTo>
                <a:pt x="202617" y="202617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6C541B7-A68F-48F2-B4ED-637F3253E3F1}">
      <dsp:nvSpPr>
        <dsp:cNvPr id="0" name=""/>
        <dsp:cNvSpPr/>
      </dsp:nvSpPr>
      <dsp:spPr>
        <a:xfrm>
          <a:off x="3496603" y="2532746"/>
          <a:ext cx="1620939" cy="101308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b="0" i="0" kern="1200">
              <a:latin typeface="Aptos" panose="020B0004020202020204" pitchFamily="34" charset="0"/>
            </a:rPr>
            <a:t>Similar wording can hide important differences in preferences and motivations</a:t>
          </a:r>
        </a:p>
      </dsp:txBody>
      <dsp:txXfrm>
        <a:off x="3526275" y="2562418"/>
        <a:ext cx="1561595" cy="953743"/>
      </dsp:txXfrm>
    </dsp:sp>
    <dsp:sp modelId="{5820E26F-8C8D-4E6D-B0A6-F941FDCA064F}">
      <dsp:nvSpPr>
        <dsp:cNvPr id="0" name=""/>
        <dsp:cNvSpPr/>
      </dsp:nvSpPr>
      <dsp:spPr>
        <a:xfrm>
          <a:off x="3293986" y="1013116"/>
          <a:ext cx="202617" cy="32925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92533"/>
              </a:lnTo>
              <a:lnTo>
                <a:pt x="202617" y="329253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223D43-B1E4-4F68-9BFA-07A64829FD17}">
      <dsp:nvSpPr>
        <dsp:cNvPr id="0" name=""/>
        <dsp:cNvSpPr/>
      </dsp:nvSpPr>
      <dsp:spPr>
        <a:xfrm>
          <a:off x="3496603" y="3799105"/>
          <a:ext cx="1620939" cy="101308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b="0" i="0" kern="1200">
              <a:latin typeface="Aptos" panose="020B0004020202020204" pitchFamily="34" charset="0"/>
            </a:rPr>
            <a:t>Leadership needs a reliable measure of trust</a:t>
          </a:r>
        </a:p>
      </dsp:txBody>
      <dsp:txXfrm>
        <a:off x="3526275" y="3828777"/>
        <a:ext cx="1561595" cy="953743"/>
      </dsp:txXfrm>
    </dsp:sp>
    <dsp:sp modelId="{7661F54B-8E87-45CD-9E17-255C438D1B4B}">
      <dsp:nvSpPr>
        <dsp:cNvPr id="0" name=""/>
        <dsp:cNvSpPr/>
      </dsp:nvSpPr>
      <dsp:spPr>
        <a:xfrm>
          <a:off x="5624086" y="28"/>
          <a:ext cx="2026174" cy="10130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>
              <a:latin typeface="Aptos" panose="020B0004020202020204" pitchFamily="34" charset="0"/>
            </a:rPr>
            <a:t>The Objective</a:t>
          </a:r>
        </a:p>
      </dsp:txBody>
      <dsp:txXfrm>
        <a:off x="5653758" y="29700"/>
        <a:ext cx="1966830" cy="953743"/>
      </dsp:txXfrm>
    </dsp:sp>
    <dsp:sp modelId="{D95A6F95-D684-43DE-A957-4285DD782AD6}">
      <dsp:nvSpPr>
        <dsp:cNvPr id="0" name=""/>
        <dsp:cNvSpPr/>
      </dsp:nvSpPr>
      <dsp:spPr>
        <a:xfrm>
          <a:off x="5826704" y="1013116"/>
          <a:ext cx="202617" cy="7598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59815"/>
              </a:lnTo>
              <a:lnTo>
                <a:pt x="202617" y="7598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50695D-9810-4505-9B99-B1CBD92462F8}">
      <dsp:nvSpPr>
        <dsp:cNvPr id="0" name=""/>
        <dsp:cNvSpPr/>
      </dsp:nvSpPr>
      <dsp:spPr>
        <a:xfrm>
          <a:off x="6029321" y="1266387"/>
          <a:ext cx="1620939" cy="101308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b="0" i="0" kern="1200">
              <a:latin typeface="Aptos" panose="020B0004020202020204" pitchFamily="34" charset="0"/>
            </a:rPr>
            <a:t>Assess how closely AI simulations match real consumers</a:t>
          </a:r>
        </a:p>
      </dsp:txBody>
      <dsp:txXfrm>
        <a:off x="6058993" y="1296059"/>
        <a:ext cx="1561595" cy="953743"/>
      </dsp:txXfrm>
    </dsp:sp>
    <dsp:sp modelId="{19C4878F-0147-4943-8384-09CF804E7EE1}">
      <dsp:nvSpPr>
        <dsp:cNvPr id="0" name=""/>
        <dsp:cNvSpPr/>
      </dsp:nvSpPr>
      <dsp:spPr>
        <a:xfrm>
          <a:off x="5826704" y="1013116"/>
          <a:ext cx="202617" cy="20261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26174"/>
              </a:lnTo>
              <a:lnTo>
                <a:pt x="202617" y="202617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40D6AD-CC34-4866-83AE-C17C49449702}">
      <dsp:nvSpPr>
        <dsp:cNvPr id="0" name=""/>
        <dsp:cNvSpPr/>
      </dsp:nvSpPr>
      <dsp:spPr>
        <a:xfrm>
          <a:off x="6029321" y="2532746"/>
          <a:ext cx="1620939" cy="101308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b="0" i="0" kern="1200">
              <a:latin typeface="Aptos" panose="020B0004020202020204" pitchFamily="34" charset="0"/>
            </a:rPr>
            <a:t>Identify where simulations succeed and fail</a:t>
          </a:r>
        </a:p>
      </dsp:txBody>
      <dsp:txXfrm>
        <a:off x="6058993" y="2562418"/>
        <a:ext cx="1561595" cy="953743"/>
      </dsp:txXfrm>
    </dsp:sp>
    <dsp:sp modelId="{60DE525C-A458-43CC-AF37-C46AA914CD62}">
      <dsp:nvSpPr>
        <dsp:cNvPr id="0" name=""/>
        <dsp:cNvSpPr/>
      </dsp:nvSpPr>
      <dsp:spPr>
        <a:xfrm>
          <a:off x="5826704" y="1013116"/>
          <a:ext cx="202617" cy="32925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92533"/>
              </a:lnTo>
              <a:lnTo>
                <a:pt x="202617" y="329253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5A9A62-1D53-4ABB-9312-E7AC7D506861}">
      <dsp:nvSpPr>
        <dsp:cNvPr id="0" name=""/>
        <dsp:cNvSpPr/>
      </dsp:nvSpPr>
      <dsp:spPr>
        <a:xfrm>
          <a:off x="6029321" y="3799105"/>
          <a:ext cx="1620939" cy="101308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b="0" i="0" kern="1200" dirty="0">
              <a:latin typeface="Aptos" panose="020B0004020202020204" pitchFamily="34" charset="0"/>
            </a:rPr>
            <a:t>Define appropriate business use cases and guardrail</a:t>
          </a:r>
        </a:p>
      </dsp:txBody>
      <dsp:txXfrm>
        <a:off x="6058993" y="3828777"/>
        <a:ext cx="1561595" cy="9537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64C54D-B754-4F02-A39B-D8905DCFA781}">
      <dsp:nvSpPr>
        <dsp:cNvPr id="0" name=""/>
        <dsp:cNvSpPr/>
      </dsp:nvSpPr>
      <dsp:spPr>
        <a:xfrm>
          <a:off x="0" y="4145318"/>
          <a:ext cx="5382344" cy="5440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Final</a:t>
          </a:r>
          <a:r>
            <a:rPr lang="en-DE" sz="1200" kern="1200" dirty="0"/>
            <a:t> Result</a:t>
          </a:r>
          <a:endParaRPr lang="en-US" sz="1200" kern="1200" dirty="0"/>
        </a:p>
      </dsp:txBody>
      <dsp:txXfrm>
        <a:off x="0" y="4145318"/>
        <a:ext cx="5382344" cy="544070"/>
      </dsp:txXfrm>
    </dsp:sp>
    <dsp:sp modelId="{D07C4E2F-E5DA-46E8-A68F-F4E55B82E6D1}">
      <dsp:nvSpPr>
        <dsp:cNvPr id="0" name=""/>
        <dsp:cNvSpPr/>
      </dsp:nvSpPr>
      <dsp:spPr>
        <a:xfrm rot="10800000">
          <a:off x="0" y="3316698"/>
          <a:ext cx="5382344" cy="836780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Human </a:t>
          </a:r>
          <a:r>
            <a:rPr lang="en-DE" sz="1200" kern="1200"/>
            <a:t>Evaluation  + Automated Evaluation </a:t>
          </a:r>
          <a:endParaRPr lang="en-US" sz="1200" kern="1200" dirty="0"/>
        </a:p>
      </dsp:txBody>
      <dsp:txXfrm rot="10800000">
        <a:off x="0" y="3316698"/>
        <a:ext cx="5382344" cy="543715"/>
      </dsp:txXfrm>
    </dsp:sp>
    <dsp:sp modelId="{15BCB37A-9760-4126-9883-561FE5586105}">
      <dsp:nvSpPr>
        <dsp:cNvPr id="0" name=""/>
        <dsp:cNvSpPr/>
      </dsp:nvSpPr>
      <dsp:spPr>
        <a:xfrm rot="10800000">
          <a:off x="0" y="2488078"/>
          <a:ext cx="5382344" cy="836780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Human </a:t>
          </a:r>
          <a:r>
            <a:rPr lang="en-DE" sz="1200" kern="1200" dirty="0"/>
            <a:t>Evaluation</a:t>
          </a:r>
          <a:endParaRPr lang="en-US" sz="1200" kern="1200" dirty="0"/>
        </a:p>
      </dsp:txBody>
      <dsp:txXfrm rot="10800000">
        <a:off x="0" y="2488078"/>
        <a:ext cx="5382344" cy="543715"/>
      </dsp:txXfrm>
    </dsp:sp>
    <dsp:sp modelId="{215F9A4C-B7FF-4484-A97B-B2782102CA99}">
      <dsp:nvSpPr>
        <dsp:cNvPr id="0" name=""/>
        <dsp:cNvSpPr/>
      </dsp:nvSpPr>
      <dsp:spPr>
        <a:xfrm rot="10800000">
          <a:off x="0" y="1659458"/>
          <a:ext cx="5382344" cy="836780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Automated Evaluation</a:t>
          </a:r>
        </a:p>
      </dsp:txBody>
      <dsp:txXfrm rot="-10800000">
        <a:off x="0" y="1659458"/>
        <a:ext cx="5382344" cy="293710"/>
      </dsp:txXfrm>
    </dsp:sp>
    <dsp:sp modelId="{74DC72B1-E0B3-4986-B773-5140522D05B3}">
      <dsp:nvSpPr>
        <dsp:cNvPr id="0" name=""/>
        <dsp:cNvSpPr/>
      </dsp:nvSpPr>
      <dsp:spPr>
        <a:xfrm>
          <a:off x="0" y="1953168"/>
          <a:ext cx="1345586" cy="25019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2700" rIns="7112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G-Eval</a:t>
          </a:r>
        </a:p>
      </dsp:txBody>
      <dsp:txXfrm>
        <a:off x="0" y="1953168"/>
        <a:ext cx="1345586" cy="250197"/>
      </dsp:txXfrm>
    </dsp:sp>
    <dsp:sp modelId="{D3811F40-7EAF-4DCC-A2AF-6879814FBD2B}">
      <dsp:nvSpPr>
        <dsp:cNvPr id="0" name=""/>
        <dsp:cNvSpPr/>
      </dsp:nvSpPr>
      <dsp:spPr>
        <a:xfrm>
          <a:off x="1345585" y="1953168"/>
          <a:ext cx="1345586" cy="25019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2700" rIns="7112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Claim Alignment</a:t>
          </a:r>
        </a:p>
      </dsp:txBody>
      <dsp:txXfrm>
        <a:off x="1345585" y="1953168"/>
        <a:ext cx="1345586" cy="250197"/>
      </dsp:txXfrm>
    </dsp:sp>
    <dsp:sp modelId="{E0C86ABD-21E7-42CC-B87C-89A053B4C361}">
      <dsp:nvSpPr>
        <dsp:cNvPr id="0" name=""/>
        <dsp:cNvSpPr/>
      </dsp:nvSpPr>
      <dsp:spPr>
        <a:xfrm>
          <a:off x="2691172" y="1953168"/>
          <a:ext cx="1345586" cy="25019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2700" rIns="7112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 NLI </a:t>
          </a:r>
          <a:r>
            <a:rPr lang="en-US" sz="1000" kern="1200" dirty="0" err="1"/>
            <a:t>Chec</a:t>
          </a:r>
          <a:r>
            <a:rPr lang="en-DE" sz="1000" kern="1200" dirty="0"/>
            <a:t>k</a:t>
          </a:r>
          <a:endParaRPr lang="en-US" sz="1000" kern="1200" dirty="0"/>
        </a:p>
      </dsp:txBody>
      <dsp:txXfrm>
        <a:off x="2691172" y="1953168"/>
        <a:ext cx="1345586" cy="250197"/>
      </dsp:txXfrm>
    </dsp:sp>
    <dsp:sp modelId="{039E5549-6E3D-4E2C-B7C6-66B1A01FDDE9}">
      <dsp:nvSpPr>
        <dsp:cNvPr id="0" name=""/>
        <dsp:cNvSpPr/>
      </dsp:nvSpPr>
      <dsp:spPr>
        <a:xfrm>
          <a:off x="4036758" y="1953168"/>
          <a:ext cx="1345586" cy="25019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2700" rIns="7112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Semantic Similarity</a:t>
          </a:r>
        </a:p>
      </dsp:txBody>
      <dsp:txXfrm>
        <a:off x="4036758" y="1953168"/>
        <a:ext cx="1345586" cy="250197"/>
      </dsp:txXfrm>
    </dsp:sp>
    <dsp:sp modelId="{11F5451D-2D86-4C73-8E12-0374E79A2DC6}">
      <dsp:nvSpPr>
        <dsp:cNvPr id="0" name=""/>
        <dsp:cNvSpPr/>
      </dsp:nvSpPr>
      <dsp:spPr>
        <a:xfrm rot="10800000">
          <a:off x="0" y="830838"/>
          <a:ext cx="5382344" cy="836780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AI Simulation Response</a:t>
          </a:r>
        </a:p>
      </dsp:txBody>
      <dsp:txXfrm rot="10800000">
        <a:off x="0" y="830838"/>
        <a:ext cx="5382344" cy="543715"/>
      </dsp:txXfrm>
    </dsp:sp>
    <dsp:sp modelId="{BE852060-8055-446D-8E18-D23B8041AD1D}">
      <dsp:nvSpPr>
        <dsp:cNvPr id="0" name=""/>
        <dsp:cNvSpPr/>
      </dsp:nvSpPr>
      <dsp:spPr>
        <a:xfrm rot="10800000">
          <a:off x="0" y="0"/>
          <a:ext cx="5382344" cy="836780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Real Consumer Response</a:t>
          </a:r>
        </a:p>
      </dsp:txBody>
      <dsp:txXfrm rot="10800000">
        <a:off x="0" y="0"/>
        <a:ext cx="5382344" cy="54371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899B62-E800-46D1-92F0-F8173272DB2B}">
      <dsp:nvSpPr>
        <dsp:cNvPr id="0" name=""/>
        <dsp:cNvSpPr/>
      </dsp:nvSpPr>
      <dsp:spPr>
        <a:xfrm rot="5400000">
          <a:off x="3413721" y="-857734"/>
          <a:ext cx="1921094" cy="411695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b="1" i="0" kern="1200" dirty="0">
              <a:latin typeface="Aptos" panose="020B0004020202020204" pitchFamily="34" charset="0"/>
            </a:rPr>
            <a:t>Text Similarity</a:t>
          </a:r>
          <a:endParaRPr lang="en-US" sz="1200" kern="1200" dirty="0">
            <a:latin typeface="Aptos" panose="020B0004020202020204" pitchFamily="34" charset="0"/>
          </a:endParaRP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b="0" i="0" kern="1200" dirty="0">
              <a:latin typeface="Aptos" panose="020B0004020202020204" pitchFamily="34" charset="0"/>
            </a:rPr>
            <a:t>Measures wording overlap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b="0" i="0" kern="1200" dirty="0">
              <a:latin typeface="Aptos" panose="020B0004020202020204" pitchFamily="34" charset="0"/>
            </a:rPr>
            <a:t>Misses underlying reasoning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b="1" i="0" kern="1200" dirty="0">
              <a:latin typeface="Aptos" panose="020B0004020202020204" pitchFamily="34" charset="0"/>
            </a:rPr>
            <a:t>Human Review</a:t>
          </a:r>
          <a:endParaRPr lang="en-US" sz="1200" b="0" i="0" kern="1200" dirty="0">
            <a:latin typeface="Aptos" panose="020B0004020202020204" pitchFamily="34" charset="0"/>
          </a:endParaRP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b="0" i="0" kern="1200" dirty="0">
              <a:latin typeface="Aptos" panose="020B0004020202020204" pitchFamily="34" charset="0"/>
            </a:rPr>
            <a:t>Subjective and inconsistent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b="0" i="0" kern="1200" dirty="0">
              <a:latin typeface="Aptos" panose="020B0004020202020204" pitchFamily="34" charset="0"/>
            </a:rPr>
            <a:t>Difficult to scale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b="1" i="0" kern="1200" dirty="0">
              <a:latin typeface="Aptos" panose="020B0004020202020204" pitchFamily="34" charset="0"/>
            </a:rPr>
            <a:t>Single-Metric Evaluation</a:t>
          </a:r>
          <a:endParaRPr lang="en-US" sz="1200" b="0" i="0" kern="1200" dirty="0">
            <a:latin typeface="Aptos" panose="020B0004020202020204" pitchFamily="34" charset="0"/>
          </a:endParaRP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b="0" i="0" kern="1200" dirty="0">
              <a:latin typeface="Aptos" panose="020B0004020202020204" pitchFamily="34" charset="0"/>
            </a:rPr>
            <a:t>Captures only one dimension of </a:t>
          </a:r>
          <a:r>
            <a:rPr lang="en-US" sz="1200" b="0" i="0" kern="1200" dirty="0" err="1">
              <a:latin typeface="Aptos" panose="020B0004020202020204" pitchFamily="34" charset="0"/>
            </a:rPr>
            <a:t>behaviour</a:t>
          </a:r>
          <a:endParaRPr lang="en-US" sz="1200" b="0" i="0" kern="1200" dirty="0">
            <a:latin typeface="Aptos" panose="020B0004020202020204" pitchFamily="34" charset="0"/>
          </a:endParaRP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b="0" i="0" kern="1200" dirty="0">
              <a:latin typeface="Aptos" panose="020B0004020202020204" pitchFamily="34" charset="0"/>
            </a:rPr>
            <a:t>Oversimplifies complex human responses</a:t>
          </a:r>
        </a:p>
      </dsp:txBody>
      <dsp:txXfrm rot="-5400000">
        <a:off x="2315789" y="333978"/>
        <a:ext cx="4023178" cy="1733534"/>
      </dsp:txXfrm>
    </dsp:sp>
    <dsp:sp modelId="{16BBC23F-EFF1-45D8-B852-4B8DDD1E0921}">
      <dsp:nvSpPr>
        <dsp:cNvPr id="0" name=""/>
        <dsp:cNvSpPr/>
      </dsp:nvSpPr>
      <dsp:spPr>
        <a:xfrm>
          <a:off x="0" y="60"/>
          <a:ext cx="2315789" cy="240136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ptos" panose="020B0004020202020204" pitchFamily="34" charset="0"/>
            </a:rPr>
            <a:t>Limitations of Traditional Methods</a:t>
          </a:r>
        </a:p>
      </dsp:txBody>
      <dsp:txXfrm>
        <a:off x="113048" y="113108"/>
        <a:ext cx="2089693" cy="2175272"/>
      </dsp:txXfrm>
    </dsp:sp>
    <dsp:sp modelId="{7A659DBD-D9F3-44B2-84AC-DE444F6A22B3}">
      <dsp:nvSpPr>
        <dsp:cNvPr id="0" name=""/>
        <dsp:cNvSpPr/>
      </dsp:nvSpPr>
      <dsp:spPr>
        <a:xfrm rot="5400000">
          <a:off x="3413721" y="1663702"/>
          <a:ext cx="1921094" cy="411695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b="0" i="0" kern="1200" dirty="0">
              <a:latin typeface="Aptos" panose="020B0004020202020204" pitchFamily="34" charset="0"/>
            </a:rPr>
            <a:t>Captures semantic meaning</a:t>
          </a:r>
          <a:endParaRPr lang="en-US" sz="1200" kern="1200" dirty="0">
            <a:latin typeface="Aptos" panose="020B0004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b="0" i="0" kern="1200" dirty="0">
              <a:latin typeface="Aptos" panose="020B0004020202020204" pitchFamily="34" charset="0"/>
            </a:rPr>
            <a:t>Evaluates preferences and motivations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b="0" i="0" kern="1200" dirty="0">
              <a:latin typeface="Aptos" panose="020B0004020202020204" pitchFamily="34" charset="0"/>
            </a:rPr>
            <a:t>Assesses decision-making logic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b="0" i="0" kern="1200" dirty="0">
              <a:latin typeface="Aptos" panose="020B0004020202020204" pitchFamily="34" charset="0"/>
            </a:rPr>
            <a:t>Produces transparent and </a:t>
          </a:r>
          <a:r>
            <a:rPr lang="en-DE" sz="1200" b="0" i="0" kern="1200" dirty="0">
              <a:latin typeface="Aptos" panose="020B0004020202020204" pitchFamily="34" charset="0"/>
            </a:rPr>
            <a:t>interpretable evidences</a:t>
          </a:r>
          <a:endParaRPr lang="en-US" sz="1200" b="0" i="0" kern="1200" dirty="0">
            <a:latin typeface="Aptos" panose="020B0004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b="0" i="0" kern="1200" dirty="0">
              <a:latin typeface="Aptos" panose="020B0004020202020204" pitchFamily="34" charset="0"/>
            </a:rPr>
            <a:t>Enables comparison across simulations</a:t>
          </a:r>
        </a:p>
      </dsp:txBody>
      <dsp:txXfrm rot="-5400000">
        <a:off x="2315789" y="2855414"/>
        <a:ext cx="4023178" cy="1733534"/>
      </dsp:txXfrm>
    </dsp:sp>
    <dsp:sp modelId="{75DC4376-593F-47EB-B4B1-4ED8BE7BEDB5}">
      <dsp:nvSpPr>
        <dsp:cNvPr id="0" name=""/>
        <dsp:cNvSpPr/>
      </dsp:nvSpPr>
      <dsp:spPr>
        <a:xfrm>
          <a:off x="0" y="2521497"/>
          <a:ext cx="2315789" cy="240136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ptos" panose="020B0004020202020204" pitchFamily="34" charset="0"/>
            </a:rPr>
            <a:t>Advantages of Proposed Framework</a:t>
          </a:r>
        </a:p>
      </dsp:txBody>
      <dsp:txXfrm>
        <a:off x="113048" y="2634545"/>
        <a:ext cx="2089693" cy="217527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468F42-AD55-47DB-BC50-8CAA9D89366B}">
      <dsp:nvSpPr>
        <dsp:cNvPr id="0" name=""/>
        <dsp:cNvSpPr/>
      </dsp:nvSpPr>
      <dsp:spPr>
        <a:xfrm>
          <a:off x="3174" y="276383"/>
          <a:ext cx="1719015" cy="1031409"/>
        </a:xfrm>
        <a:prstGeom prst="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2.63 / 5</a:t>
          </a:r>
          <a:br>
            <a:rPr lang="en-US" sz="1200" b="0" i="0" kern="1200" dirty="0"/>
          </a:br>
          <a:r>
            <a:rPr lang="en-US" sz="1200" b="0" i="0" kern="1200" dirty="0"/>
            <a:t>Automated Match Score</a:t>
          </a:r>
          <a:endParaRPr lang="en-US" sz="1200" kern="1200" dirty="0"/>
        </a:p>
      </dsp:txBody>
      <dsp:txXfrm>
        <a:off x="3174" y="276383"/>
        <a:ext cx="1719015" cy="1031409"/>
      </dsp:txXfrm>
    </dsp:sp>
    <dsp:sp modelId="{FE32CDE9-AE49-4D87-9950-D904B1A20C91}">
      <dsp:nvSpPr>
        <dsp:cNvPr id="0" name=""/>
        <dsp:cNvSpPr/>
      </dsp:nvSpPr>
      <dsp:spPr>
        <a:xfrm>
          <a:off x="1894091" y="276383"/>
          <a:ext cx="1719015" cy="1031409"/>
        </a:xfrm>
        <a:prstGeom prst="rect">
          <a:avLst/>
        </a:prstGeom>
        <a:solidFill>
          <a:schemeClr val="accent2">
            <a:shade val="80000"/>
            <a:hueOff val="60238"/>
            <a:satOff val="1168"/>
            <a:lumOff val="557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/>
            <a:t>2.53 / 5</a:t>
          </a:r>
          <a:br>
            <a:rPr lang="en-US" sz="1200" b="0" i="0" kern="1200"/>
          </a:br>
          <a:r>
            <a:rPr lang="en-US" sz="1200" b="0" i="0" kern="1200"/>
            <a:t>Human-Reviewed Match Score</a:t>
          </a:r>
        </a:p>
      </dsp:txBody>
      <dsp:txXfrm>
        <a:off x="1894091" y="276383"/>
        <a:ext cx="1719015" cy="1031409"/>
      </dsp:txXfrm>
    </dsp:sp>
    <dsp:sp modelId="{37446132-A80A-4159-BF68-02766327F280}">
      <dsp:nvSpPr>
        <dsp:cNvPr id="0" name=""/>
        <dsp:cNvSpPr/>
      </dsp:nvSpPr>
      <dsp:spPr>
        <a:xfrm>
          <a:off x="3785008" y="276383"/>
          <a:ext cx="1719015" cy="1031409"/>
        </a:xfrm>
        <a:prstGeom prst="rect">
          <a:avLst/>
        </a:prstGeom>
        <a:solidFill>
          <a:schemeClr val="accent2">
            <a:shade val="80000"/>
            <a:hueOff val="120475"/>
            <a:satOff val="2336"/>
            <a:lumOff val="1114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73.3%</a:t>
          </a:r>
          <a:br>
            <a:rPr lang="en-US" sz="1200" b="0" i="0" kern="1200" dirty="0"/>
          </a:br>
          <a:r>
            <a:rPr lang="en-US" sz="1200" b="0" i="0" kern="1200" dirty="0"/>
            <a:t>Important omission</a:t>
          </a:r>
        </a:p>
      </dsp:txBody>
      <dsp:txXfrm>
        <a:off x="3785008" y="276383"/>
        <a:ext cx="1719015" cy="1031409"/>
      </dsp:txXfrm>
    </dsp:sp>
    <dsp:sp modelId="{D07DA28C-8504-40CB-A4AC-AA85F9BD69F1}">
      <dsp:nvSpPr>
        <dsp:cNvPr id="0" name=""/>
        <dsp:cNvSpPr/>
      </dsp:nvSpPr>
      <dsp:spPr>
        <a:xfrm>
          <a:off x="5675925" y="276383"/>
          <a:ext cx="1719015" cy="1031409"/>
        </a:xfrm>
        <a:prstGeom prst="rect">
          <a:avLst/>
        </a:prstGeom>
        <a:solidFill>
          <a:schemeClr val="accent2">
            <a:shade val="80000"/>
            <a:hueOff val="180713"/>
            <a:satOff val="3505"/>
            <a:lumOff val="1671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36.7%</a:t>
          </a:r>
          <a:endParaRPr lang="en-DE" sz="1200" b="1" i="0" kern="1200" dirty="0"/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200" b="0" i="0" kern="1200" dirty="0"/>
            <a:t>Contradiction</a:t>
          </a:r>
          <a:endParaRPr lang="en-US" sz="1200" b="0" i="0" kern="1200" dirty="0"/>
        </a:p>
      </dsp:txBody>
      <dsp:txXfrm>
        <a:off x="5675925" y="276383"/>
        <a:ext cx="1719015" cy="1031409"/>
      </dsp:txXfrm>
    </dsp:sp>
    <dsp:sp modelId="{B45B549D-63D5-4290-B81B-6378A5C152B6}">
      <dsp:nvSpPr>
        <dsp:cNvPr id="0" name=""/>
        <dsp:cNvSpPr/>
      </dsp:nvSpPr>
      <dsp:spPr>
        <a:xfrm>
          <a:off x="7566841" y="276383"/>
          <a:ext cx="1719015" cy="1031409"/>
        </a:xfrm>
        <a:prstGeom prst="rect">
          <a:avLst/>
        </a:prstGeom>
        <a:solidFill>
          <a:schemeClr val="accent2">
            <a:shade val="80000"/>
            <a:hueOff val="240950"/>
            <a:satOff val="4673"/>
            <a:lumOff val="222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ρ ≈ 0.82</a:t>
          </a:r>
          <a:r>
            <a:rPr lang="en-US" sz="1200" b="0" i="0" kern="1200" dirty="0"/>
            <a:t> Automated–Human alignment</a:t>
          </a:r>
        </a:p>
      </dsp:txBody>
      <dsp:txXfrm>
        <a:off x="7566841" y="276383"/>
        <a:ext cx="1719015" cy="10314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E221E-83ED-4F6C-BA5F-3F9E6FDB6953}" type="datetimeFigureOut">
              <a:rPr lang="en-US"/>
              <a:t>9/21/26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CBEF8-5CDE-472B-839B-B8BB0C8810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53E5F-CE67-483C-A264-F17AC70E9CA2}" type="datetimeFigureOut">
              <a:rPr lang="en-US"/>
              <a:t>9/21/26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98AFB-CB0D-4DFE-87B9-B4B0D0DE73C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014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circles on a black background&#10;&#10;Description automatically generated">
            <a:extLst>
              <a:ext uri="{FF2B5EF4-FFF2-40B4-BE49-F238E27FC236}">
                <a16:creationId xmlns:a16="http://schemas.microsoft.com/office/drawing/2014/main" id="{05185B01-840C-72E0-FF30-8EE18CFC55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04" r="4105" b="14441"/>
          <a:stretch/>
        </p:blipFill>
        <p:spPr>
          <a:xfrm>
            <a:off x="3275012" y="0"/>
            <a:ext cx="8913812" cy="686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1295400"/>
            <a:ext cx="10287000" cy="38862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6600"/>
            </a:lvl1pPr>
          </a:lstStyle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95FDDB8-B25B-0452-0EE6-99D1F02803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533400"/>
          </a:xfrm>
        </p:spPr>
        <p:txBody>
          <a:bodyPr anchor="t">
            <a:normAutofit/>
          </a:bodyPr>
          <a:lstStyle>
            <a:lvl1pPr marL="45720" indent="0" algn="l">
              <a:buNone/>
              <a:defRPr sz="24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29F0C076-A364-A8D3-F322-AC2A18341617}"/>
              </a:ext>
            </a:extLst>
          </p:cNvPr>
          <p:cNvSpPr/>
          <p:nvPr userDrawn="1"/>
        </p:nvSpPr>
        <p:spPr>
          <a:xfrm>
            <a:off x="10975566" y="4987103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ross 3">
            <a:extLst>
              <a:ext uri="{FF2B5EF4-FFF2-40B4-BE49-F238E27FC236}">
                <a16:creationId xmlns:a16="http://schemas.microsoft.com/office/drawing/2014/main" id="{921F5FF9-DFA3-CF00-B31A-21C261392B15}"/>
              </a:ext>
            </a:extLst>
          </p:cNvPr>
          <p:cNvSpPr/>
          <p:nvPr userDrawn="1"/>
        </p:nvSpPr>
        <p:spPr>
          <a:xfrm>
            <a:off x="10118724" y="3581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24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7777CD-9A1F-DEEA-2595-9E892C952556}"/>
              </a:ext>
            </a:extLst>
          </p:cNvPr>
          <p:cNvSpPr/>
          <p:nvPr userDrawn="1"/>
        </p:nvSpPr>
        <p:spPr>
          <a:xfrm>
            <a:off x="-1" y="0"/>
            <a:ext cx="12188825" cy="6858000"/>
          </a:xfrm>
          <a:prstGeom prst="rect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F4D3028-A414-148B-F10C-466ED585BCD9}"/>
              </a:ext>
            </a:extLst>
          </p:cNvPr>
          <p:cNvSpPr/>
          <p:nvPr userDrawn="1"/>
        </p:nvSpPr>
        <p:spPr>
          <a:xfrm>
            <a:off x="-1" y="1586"/>
            <a:ext cx="3428208" cy="6856414"/>
          </a:xfrm>
          <a:custGeom>
            <a:avLst/>
            <a:gdLst>
              <a:gd name="connsiteX0" fmla="*/ 1 w 3428208"/>
              <a:gd name="connsiteY0" fmla="*/ 0 h 6856414"/>
              <a:gd name="connsiteX1" fmla="*/ 3428208 w 3428208"/>
              <a:gd name="connsiteY1" fmla="*/ 3428207 h 6856414"/>
              <a:gd name="connsiteX2" fmla="*/ 1 w 3428208"/>
              <a:gd name="connsiteY2" fmla="*/ 6856414 h 6856414"/>
              <a:gd name="connsiteX3" fmla="*/ 0 w 3428208"/>
              <a:gd name="connsiteY3" fmla="*/ 6856414 h 6856414"/>
              <a:gd name="connsiteX4" fmla="*/ 0 w 3428208"/>
              <a:gd name="connsiteY4" fmla="*/ 0 h 685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8208" h="6856414">
                <a:moveTo>
                  <a:pt x="1" y="0"/>
                </a:moveTo>
                <a:cubicBezTo>
                  <a:pt x="1893347" y="0"/>
                  <a:pt x="3428208" y="1534861"/>
                  <a:pt x="3428208" y="3428207"/>
                </a:cubicBezTo>
                <a:cubicBezTo>
                  <a:pt x="3428208" y="5321553"/>
                  <a:pt x="1893347" y="6856414"/>
                  <a:pt x="1" y="6856414"/>
                </a:cubicBezTo>
                <a:lnTo>
                  <a:pt x="0" y="685641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B111F7-2027-1E41-1C02-BA5AA37EA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2" y="723900"/>
            <a:ext cx="4114800" cy="5295900"/>
          </a:xfrm>
        </p:spPr>
        <p:txBody>
          <a:bodyPr anchor="ctr">
            <a:normAutofit/>
          </a:bodyPr>
          <a:lstStyle>
            <a:lvl1pPr algn="r">
              <a:lnSpc>
                <a:spcPct val="100000"/>
              </a:lnSpc>
              <a:defRPr sz="4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2612" y="1981200"/>
            <a:ext cx="4114800" cy="2854781"/>
          </a:xfrm>
        </p:spPr>
        <p:txBody>
          <a:bodyPr anchor="ctr"/>
          <a:lstStyle>
            <a:lvl1pPr marL="457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657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5943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77724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9601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02A1E7CF-4DB4-D31C-D6AA-D368DA17CD5F}"/>
              </a:ext>
            </a:extLst>
          </p:cNvPr>
          <p:cNvSpPr/>
          <p:nvPr userDrawn="1"/>
        </p:nvSpPr>
        <p:spPr>
          <a:xfrm>
            <a:off x="4837509" y="914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E47E8503-C2AB-07F1-FD1F-A529E414E168}"/>
              </a:ext>
            </a:extLst>
          </p:cNvPr>
          <p:cNvSpPr/>
          <p:nvPr userDrawn="1"/>
        </p:nvSpPr>
        <p:spPr>
          <a:xfrm>
            <a:off x="3085307" y="56959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8020F553-E264-0059-F1EB-47039048DC6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984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 with Phone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45C0889D-74A2-974C-BB02-FA1F7BE369E2}"/>
              </a:ext>
            </a:extLst>
          </p:cNvPr>
          <p:cNvSpPr/>
          <p:nvPr userDrawn="1"/>
        </p:nvSpPr>
        <p:spPr>
          <a:xfrm>
            <a:off x="6704012" y="1148418"/>
            <a:ext cx="4561165" cy="4561165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DAE856D-3749-4D3B-9F33-A46528589F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32079" y="598170"/>
            <a:ext cx="3096221" cy="5661660"/>
          </a:xfrm>
          <a:prstGeom prst="rect">
            <a:avLst/>
          </a:prstGeom>
        </p:spPr>
      </p:pic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10818812" y="535307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471314FF-EA0B-8DDE-B558-885A876FB0D5}"/>
              </a:ext>
            </a:extLst>
          </p:cNvPr>
          <p:cNvSpPr/>
          <p:nvPr userDrawn="1"/>
        </p:nvSpPr>
        <p:spPr>
          <a:xfrm>
            <a:off x="6335910" y="80551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6372818" cy="40386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EFF6782-6ABD-DEB0-6FD1-1263A5469A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8012" y="4876800"/>
            <a:ext cx="6372817" cy="1104898"/>
          </a:xfrm>
        </p:spPr>
        <p:txBody>
          <a:bodyPr anchor="t">
            <a:normAutofit/>
          </a:bodyPr>
          <a:lstStyle>
            <a:lvl1pPr marL="45720" indent="0" algn="l">
              <a:buNone/>
              <a:defRPr sz="20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BA3F629-2405-DC90-C212-6F3D52B95D9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65046" y="883471"/>
            <a:ext cx="2439096" cy="5091059"/>
          </a:xfrm>
          <a:custGeom>
            <a:avLst/>
            <a:gdLst>
              <a:gd name="connsiteX0" fmla="*/ 340815 w 2439096"/>
              <a:gd name="connsiteY0" fmla="*/ 0 h 5091059"/>
              <a:gd name="connsiteX1" fmla="*/ 2098281 w 2439096"/>
              <a:gd name="connsiteY1" fmla="*/ 0 h 5091059"/>
              <a:gd name="connsiteX2" fmla="*/ 2439096 w 2439096"/>
              <a:gd name="connsiteY2" fmla="*/ 340815 h 5091059"/>
              <a:gd name="connsiteX3" fmla="*/ 2439096 w 2439096"/>
              <a:gd name="connsiteY3" fmla="*/ 495300 h 5091059"/>
              <a:gd name="connsiteX4" fmla="*/ 2439096 w 2439096"/>
              <a:gd name="connsiteY4" fmla="*/ 4750244 h 5091059"/>
              <a:gd name="connsiteX5" fmla="*/ 2098281 w 2439096"/>
              <a:gd name="connsiteY5" fmla="*/ 5091059 h 5091059"/>
              <a:gd name="connsiteX6" fmla="*/ 340815 w 2439096"/>
              <a:gd name="connsiteY6" fmla="*/ 5091059 h 5091059"/>
              <a:gd name="connsiteX7" fmla="*/ 0 w 2439096"/>
              <a:gd name="connsiteY7" fmla="*/ 4750244 h 5091059"/>
              <a:gd name="connsiteX8" fmla="*/ 0 w 2439096"/>
              <a:gd name="connsiteY8" fmla="*/ 495300 h 5091059"/>
              <a:gd name="connsiteX9" fmla="*/ 0 w 2439096"/>
              <a:gd name="connsiteY9" fmla="*/ 340815 h 5091059"/>
              <a:gd name="connsiteX10" fmla="*/ 340815 w 2439096"/>
              <a:gd name="connsiteY10" fmla="*/ 0 h 5091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39096" h="5091059">
                <a:moveTo>
                  <a:pt x="340815" y="0"/>
                </a:moveTo>
                <a:lnTo>
                  <a:pt x="2098281" y="0"/>
                </a:lnTo>
                <a:cubicBezTo>
                  <a:pt x="2286508" y="0"/>
                  <a:pt x="2439096" y="152588"/>
                  <a:pt x="2439096" y="340815"/>
                </a:cubicBezTo>
                <a:lnTo>
                  <a:pt x="2439096" y="495300"/>
                </a:lnTo>
                <a:lnTo>
                  <a:pt x="2439096" y="4750244"/>
                </a:lnTo>
                <a:cubicBezTo>
                  <a:pt x="2439096" y="4938471"/>
                  <a:pt x="2286508" y="5091059"/>
                  <a:pt x="2098281" y="5091059"/>
                </a:cubicBezTo>
                <a:lnTo>
                  <a:pt x="340815" y="5091059"/>
                </a:lnTo>
                <a:cubicBezTo>
                  <a:pt x="152588" y="5091059"/>
                  <a:pt x="0" y="4938471"/>
                  <a:pt x="0" y="4750244"/>
                </a:cubicBezTo>
                <a:lnTo>
                  <a:pt x="0" y="495300"/>
                </a:lnTo>
                <a:lnTo>
                  <a:pt x="0" y="340815"/>
                </a:lnTo>
                <a:cubicBezTo>
                  <a:pt x="0" y="152588"/>
                  <a:pt x="152588" y="0"/>
                  <a:pt x="34081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4737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C3968AF-EB74-3889-A3BA-E759CFD47B12}"/>
              </a:ext>
            </a:extLst>
          </p:cNvPr>
          <p:cNvSpPr/>
          <p:nvPr userDrawn="1"/>
        </p:nvSpPr>
        <p:spPr>
          <a:xfrm>
            <a:off x="3275012" y="609600"/>
            <a:ext cx="5638800" cy="5638800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66838CB-A9BC-715A-18FE-06CCE4A9C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454B8043-D1DD-E2EA-772B-D8D38CD37D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022021"/>
            <a:ext cx="4443413" cy="281396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743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9436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7724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601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422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4264E2-719A-1CB0-CD0C-B90AD51C2384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8151812" y="56705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C60D2C4-E19C-088F-24AA-92F46287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08F9375-0CED-7A7E-FAD2-5469CE00A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3" name="Footer Placeholder 4">
            <a:extLst>
              <a:ext uri="{FF2B5EF4-FFF2-40B4-BE49-F238E27FC236}">
                <a16:creationId xmlns:a16="http://schemas.microsoft.com/office/drawing/2014/main" id="{C1791A8D-D5A1-DB56-D6C5-A82DB0F26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BE9D901E-58D4-3C47-262B-EA276B7F1D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Font typeface="Arial" panose="020B0604020202020204" pitchFamily="34" charset="0"/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86C1A7B9-E319-130B-0CC8-DCB01B51A087}"/>
              </a:ext>
            </a:extLst>
          </p:cNvPr>
          <p:cNvSpPr/>
          <p:nvPr userDrawn="1"/>
        </p:nvSpPr>
        <p:spPr>
          <a:xfrm>
            <a:off x="7351712" y="44196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0652475-9C37-D778-F6B2-DE9F50F8571A}"/>
              </a:ext>
            </a:extLst>
          </p:cNvPr>
          <p:cNvSpPr/>
          <p:nvPr userDrawn="1"/>
        </p:nvSpPr>
        <p:spPr>
          <a:xfrm>
            <a:off x="8609012" y="-21999"/>
            <a:ext cx="3579812" cy="6901998"/>
          </a:xfrm>
          <a:custGeom>
            <a:avLst/>
            <a:gdLst>
              <a:gd name="connsiteX0" fmla="*/ 3450999 w 3579812"/>
              <a:gd name="connsiteY0" fmla="*/ 0 h 6901998"/>
              <a:gd name="connsiteX1" fmla="*/ 3579812 w 3579812"/>
              <a:gd name="connsiteY1" fmla="*/ 3257 h 6901998"/>
              <a:gd name="connsiteX2" fmla="*/ 3579812 w 3579812"/>
              <a:gd name="connsiteY2" fmla="*/ 6898741 h 6901998"/>
              <a:gd name="connsiteX3" fmla="*/ 3450999 w 3579812"/>
              <a:gd name="connsiteY3" fmla="*/ 6901998 h 6901998"/>
              <a:gd name="connsiteX4" fmla="*/ 0 w 3579812"/>
              <a:gd name="connsiteY4" fmla="*/ 3450999 h 6901998"/>
              <a:gd name="connsiteX5" fmla="*/ 3450999 w 3579812"/>
              <a:gd name="connsiteY5" fmla="*/ 0 h 690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9812" h="6901998">
                <a:moveTo>
                  <a:pt x="3450999" y="0"/>
                </a:moveTo>
                <a:lnTo>
                  <a:pt x="3579812" y="3257"/>
                </a:lnTo>
                <a:lnTo>
                  <a:pt x="3579812" y="6898741"/>
                </a:lnTo>
                <a:lnTo>
                  <a:pt x="3450999" y="6901998"/>
                </a:lnTo>
                <a:cubicBezTo>
                  <a:pt x="1545065" y="6901998"/>
                  <a:pt x="0" y="5356933"/>
                  <a:pt x="0" y="3450999"/>
                </a:cubicBezTo>
                <a:cubicBezTo>
                  <a:pt x="0" y="1545065"/>
                  <a:pt x="1545065" y="0"/>
                  <a:pt x="3450999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4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Computer Monit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704012" y="838202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7F2A9A7-1093-A563-8A0E-4C8DB0E669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42112" y="1752600"/>
            <a:ext cx="4951066" cy="3810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1F5E297-E771-7AE4-7311-0874043A4B3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45945" y="2057400"/>
            <a:ext cx="4343400" cy="2688336"/>
          </a:xfrm>
          <a:custGeom>
            <a:avLst/>
            <a:gdLst>
              <a:gd name="connsiteX0" fmla="*/ 25620 w 4343400"/>
              <a:gd name="connsiteY0" fmla="*/ 0 h 2688336"/>
              <a:gd name="connsiteX1" fmla="*/ 4317780 w 4343400"/>
              <a:gd name="connsiteY1" fmla="*/ 0 h 2688336"/>
              <a:gd name="connsiteX2" fmla="*/ 4343400 w 4343400"/>
              <a:gd name="connsiteY2" fmla="*/ 25620 h 2688336"/>
              <a:gd name="connsiteX3" fmla="*/ 4343400 w 4343400"/>
              <a:gd name="connsiteY3" fmla="*/ 2662716 h 2688336"/>
              <a:gd name="connsiteX4" fmla="*/ 4317780 w 4343400"/>
              <a:gd name="connsiteY4" fmla="*/ 2688336 h 2688336"/>
              <a:gd name="connsiteX5" fmla="*/ 25620 w 4343400"/>
              <a:gd name="connsiteY5" fmla="*/ 2688336 h 2688336"/>
              <a:gd name="connsiteX6" fmla="*/ 0 w 4343400"/>
              <a:gd name="connsiteY6" fmla="*/ 2662716 h 2688336"/>
              <a:gd name="connsiteX7" fmla="*/ 0 w 4343400"/>
              <a:gd name="connsiteY7" fmla="*/ 25620 h 2688336"/>
              <a:gd name="connsiteX8" fmla="*/ 25620 w 4343400"/>
              <a:gd name="connsiteY8" fmla="*/ 0 h 268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3400" h="2688336">
                <a:moveTo>
                  <a:pt x="25620" y="0"/>
                </a:moveTo>
                <a:lnTo>
                  <a:pt x="4317780" y="0"/>
                </a:lnTo>
                <a:cubicBezTo>
                  <a:pt x="4331930" y="0"/>
                  <a:pt x="4343400" y="11470"/>
                  <a:pt x="4343400" y="25620"/>
                </a:cubicBezTo>
                <a:lnTo>
                  <a:pt x="4343400" y="2662716"/>
                </a:lnTo>
                <a:cubicBezTo>
                  <a:pt x="4343400" y="2676866"/>
                  <a:pt x="4331930" y="2688336"/>
                  <a:pt x="4317780" y="2688336"/>
                </a:cubicBezTo>
                <a:lnTo>
                  <a:pt x="25620" y="2688336"/>
                </a:lnTo>
                <a:cubicBezTo>
                  <a:pt x="11470" y="2688336"/>
                  <a:pt x="0" y="2676866"/>
                  <a:pt x="0" y="2662716"/>
                </a:cubicBezTo>
                <a:lnTo>
                  <a:pt x="0" y="25620"/>
                </a:lnTo>
                <a:cubicBezTo>
                  <a:pt x="0" y="11470"/>
                  <a:pt x="11470" y="0"/>
                  <a:pt x="256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728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5687336" cy="528873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9D098DB9-0987-4850-3A4E-90EECD01BFED}"/>
              </a:ext>
            </a:extLst>
          </p:cNvPr>
          <p:cNvSpPr/>
          <p:nvPr userDrawn="1"/>
        </p:nvSpPr>
        <p:spPr>
          <a:xfrm>
            <a:off x="7130149" y="39694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320F41B-7946-84A8-649E-B8D2394410B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" r="42412"/>
          <a:stretch/>
        </p:blipFill>
        <p:spPr>
          <a:xfrm>
            <a:off x="7134779" y="533400"/>
            <a:ext cx="5054045" cy="5588000"/>
          </a:xfrm>
          <a:prstGeom prst="rect">
            <a:avLst/>
          </a:prstGeom>
        </p:spPr>
      </p:pic>
      <p:sp>
        <p:nvSpPr>
          <p:cNvPr id="6" name="Cross 5">
            <a:extLst>
              <a:ext uri="{FF2B5EF4-FFF2-40B4-BE49-F238E27FC236}">
                <a16:creationId xmlns:a16="http://schemas.microsoft.com/office/drawing/2014/main" id="{D3F324A7-F228-C486-182B-84D6C27A93B8}"/>
              </a:ext>
            </a:extLst>
          </p:cNvPr>
          <p:cNvSpPr/>
          <p:nvPr userDrawn="1"/>
        </p:nvSpPr>
        <p:spPr>
          <a:xfrm>
            <a:off x="6368151" y="24073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0" name="Picture Placeholder 20">
            <a:extLst>
              <a:ext uri="{FF2B5EF4-FFF2-40B4-BE49-F238E27FC236}">
                <a16:creationId xmlns:a16="http://schemas.microsoft.com/office/drawing/2014/main" id="{0EE33DD4-E993-7039-2B48-6FAFAE32A9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19745" y="990600"/>
            <a:ext cx="4069080" cy="4384979"/>
          </a:xfrm>
          <a:custGeom>
            <a:avLst/>
            <a:gdLst>
              <a:gd name="connsiteX0" fmla="*/ 3553733 w 4390346"/>
              <a:gd name="connsiteY0" fmla="*/ 0 h 4693920"/>
              <a:gd name="connsiteX1" fmla="*/ 4390346 w 4390346"/>
              <a:gd name="connsiteY1" fmla="*/ 0 h 4693920"/>
              <a:gd name="connsiteX2" fmla="*/ 4390346 w 4390346"/>
              <a:gd name="connsiteY2" fmla="*/ 4690872 h 4693920"/>
              <a:gd name="connsiteX3" fmla="*/ 3721482 w 4390346"/>
              <a:gd name="connsiteY3" fmla="*/ 4690872 h 4693920"/>
              <a:gd name="connsiteX4" fmla="*/ 3721482 w 4390346"/>
              <a:gd name="connsiteY4" fmla="*/ 4693920 h 4693920"/>
              <a:gd name="connsiteX5" fmla="*/ 197252 w 4390346"/>
              <a:gd name="connsiteY5" fmla="*/ 4693920 h 4693920"/>
              <a:gd name="connsiteX6" fmla="*/ 167017 w 4390346"/>
              <a:gd name="connsiteY6" fmla="*/ 4690872 h 4693920"/>
              <a:gd name="connsiteX7" fmla="*/ 0 w 4390346"/>
              <a:gd name="connsiteY7" fmla="*/ 4690872 h 4693920"/>
              <a:gd name="connsiteX8" fmla="*/ 0 w 4390346"/>
              <a:gd name="connsiteY8" fmla="*/ 4232970 h 4693920"/>
              <a:gd name="connsiteX9" fmla="*/ 1 w 4390346"/>
              <a:gd name="connsiteY9" fmla="*/ 4232970 h 4693920"/>
              <a:gd name="connsiteX10" fmla="*/ 1 w 4390346"/>
              <a:gd name="connsiteY10" fmla="*/ 200299 h 4693920"/>
              <a:gd name="connsiteX11" fmla="*/ 197252 w 4390346"/>
              <a:gd name="connsiteY11" fmla="*/ 3048 h 4693920"/>
              <a:gd name="connsiteX12" fmla="*/ 3553733 w 4390346"/>
              <a:gd name="connsiteY12" fmla="*/ 3048 h 469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390346" h="4693920">
                <a:moveTo>
                  <a:pt x="3553733" y="0"/>
                </a:moveTo>
                <a:lnTo>
                  <a:pt x="4390346" y="0"/>
                </a:lnTo>
                <a:lnTo>
                  <a:pt x="4390346" y="4690872"/>
                </a:lnTo>
                <a:lnTo>
                  <a:pt x="3721482" y="4690872"/>
                </a:lnTo>
                <a:lnTo>
                  <a:pt x="3721482" y="4693920"/>
                </a:lnTo>
                <a:lnTo>
                  <a:pt x="197252" y="4693920"/>
                </a:lnTo>
                <a:lnTo>
                  <a:pt x="167017" y="4690872"/>
                </a:lnTo>
                <a:lnTo>
                  <a:pt x="0" y="4690872"/>
                </a:lnTo>
                <a:lnTo>
                  <a:pt x="0" y="4232970"/>
                </a:lnTo>
                <a:lnTo>
                  <a:pt x="1" y="4232970"/>
                </a:lnTo>
                <a:lnTo>
                  <a:pt x="1" y="200299"/>
                </a:lnTo>
                <a:cubicBezTo>
                  <a:pt x="1" y="91360"/>
                  <a:pt x="88313" y="3048"/>
                  <a:pt x="197252" y="3048"/>
                </a:cubicBezTo>
                <a:lnTo>
                  <a:pt x="3553733" y="304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647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Acc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361114" y="1317171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33147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6515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8801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6299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245870" indent="-28575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20B2A3A-FF4C-298C-0165-DB61E8935F6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413" y="2286000"/>
            <a:ext cx="5562600" cy="39624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3288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31470" indent="-285750">
              <a:lnSpc>
                <a:spcPct val="11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-22860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6EA47FDD-142D-1BE6-8057-A6CC1A71222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094413" y="2286000"/>
            <a:ext cx="5558794" cy="3962400"/>
          </a:xfrm>
        </p:spPr>
        <p:txBody>
          <a:bodyPr/>
          <a:lstStyle>
            <a:lvl1pPr marL="45720" indent="0">
              <a:buNone/>
              <a:defRPr/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394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E2E1990-ECE7-FA08-4966-BE3109399672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1D9EB0-EE8E-A9E8-9583-2D924EFA65AF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AC00260-F255-D312-3E7C-329EECDFD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C7904-6373-06D6-713A-79D78DD61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0583D396-7FDF-332F-BEA4-791452AB1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57FA249-0BE5-21BF-D816-85FBE6C4BD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FD06F443-9595-7420-13F2-7AF883FDE5E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293811" y="2743200"/>
            <a:ext cx="10134601" cy="35052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917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6A45E1A-7551-6F54-D038-074B58A3B73E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049F4FA0-ECA1-9CE1-60CD-491656F225D3}"/>
              </a:ext>
            </a:extLst>
          </p:cNvPr>
          <p:cNvSpPr/>
          <p:nvPr userDrawn="1"/>
        </p:nvSpPr>
        <p:spPr>
          <a:xfrm>
            <a:off x="6683143" y="1397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E0F6845B-3635-28EA-BA6E-5535FE48E8B0}"/>
              </a:ext>
            </a:extLst>
          </p:cNvPr>
          <p:cNvSpPr/>
          <p:nvPr userDrawn="1"/>
        </p:nvSpPr>
        <p:spPr>
          <a:xfrm>
            <a:off x="11085513" y="5638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1B5BD44-F42D-3B65-BB68-E5C76C4E0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6F22956-4B4B-B972-CE6C-282D1D59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C319E7A6-A7BC-1FD9-6936-D83244A4083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2180FD49-43D5-4D47-7DA7-BF05B579F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1549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09E2F69-D76D-62CD-4B4B-52AB2F720DE4}"/>
              </a:ext>
            </a:extLst>
          </p:cNvPr>
          <p:cNvSpPr/>
          <p:nvPr userDrawn="1"/>
        </p:nvSpPr>
        <p:spPr>
          <a:xfrm>
            <a:off x="9958158" y="0"/>
            <a:ext cx="2230666" cy="1981200"/>
          </a:xfrm>
          <a:custGeom>
            <a:avLst/>
            <a:gdLst>
              <a:gd name="connsiteX0" fmla="*/ 0 w 2230666"/>
              <a:gd name="connsiteY0" fmla="*/ 0 h 1981200"/>
              <a:gd name="connsiteX1" fmla="*/ 2230666 w 2230666"/>
              <a:gd name="connsiteY1" fmla="*/ 0 h 1981200"/>
              <a:gd name="connsiteX2" fmla="*/ 2230666 w 2230666"/>
              <a:gd name="connsiteY2" fmla="*/ 1981200 h 1981200"/>
              <a:gd name="connsiteX3" fmla="*/ 2029222 w 2230666"/>
              <a:gd name="connsiteY3" fmla="*/ 1972296 h 1981200"/>
              <a:gd name="connsiteX4" fmla="*/ 28437 w 2230666"/>
              <a:gd name="connsiteY4" fmla="*/ 186331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0666" h="1981200">
                <a:moveTo>
                  <a:pt x="0" y="0"/>
                </a:moveTo>
                <a:lnTo>
                  <a:pt x="2230666" y="0"/>
                </a:lnTo>
                <a:lnTo>
                  <a:pt x="2230666" y="1981200"/>
                </a:lnTo>
                <a:lnTo>
                  <a:pt x="2029222" y="1972296"/>
                </a:lnTo>
                <a:cubicBezTo>
                  <a:pt x="1033803" y="1883891"/>
                  <a:pt x="224946" y="1146640"/>
                  <a:pt x="28437" y="186331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A0041296-BAB4-9340-D4A7-59FD619AC52B}"/>
              </a:ext>
            </a:extLst>
          </p:cNvPr>
          <p:cNvSpPr/>
          <p:nvPr userDrawn="1"/>
        </p:nvSpPr>
        <p:spPr>
          <a:xfrm>
            <a:off x="7847012" y="381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Cross 4">
            <a:extLst>
              <a:ext uri="{FF2B5EF4-FFF2-40B4-BE49-F238E27FC236}">
                <a16:creationId xmlns:a16="http://schemas.microsoft.com/office/drawing/2014/main" id="{FFABB0BB-C379-786D-46F1-DEB6A507EA80}"/>
              </a:ext>
            </a:extLst>
          </p:cNvPr>
          <p:cNvSpPr/>
          <p:nvPr userDrawn="1"/>
        </p:nvSpPr>
        <p:spPr>
          <a:xfrm>
            <a:off x="8559685" y="1066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0BDC478-129E-9690-F10A-A1F679ABD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BD29393-4996-16FE-FC38-2447AE81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2FB2C37F-01F4-8BDA-35AA-8F8EBC554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EF45931A-8732-7A9F-4CEE-22AA3831A4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286000"/>
            <a:ext cx="4911725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286000"/>
            <a:ext cx="4911725" cy="4267200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54294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5FB068A-9EE1-FCD9-54F9-D1322A68868B}"/>
              </a:ext>
            </a:extLst>
          </p:cNvPr>
          <p:cNvSpPr/>
          <p:nvPr userDrawn="1"/>
        </p:nvSpPr>
        <p:spPr>
          <a:xfrm>
            <a:off x="2132012" y="0"/>
            <a:ext cx="7924800" cy="6858000"/>
          </a:xfrm>
          <a:custGeom>
            <a:avLst/>
            <a:gdLst>
              <a:gd name="connsiteX0" fmla="*/ 1982890 w 7924800"/>
              <a:gd name="connsiteY0" fmla="*/ 0 h 6858000"/>
              <a:gd name="connsiteX1" fmla="*/ 5941911 w 7924800"/>
              <a:gd name="connsiteY1" fmla="*/ 0 h 6858000"/>
              <a:gd name="connsiteX2" fmla="*/ 6177816 w 7924800"/>
              <a:gd name="connsiteY2" fmla="*/ 143316 h 6858000"/>
              <a:gd name="connsiteX3" fmla="*/ 7924800 w 7924800"/>
              <a:gd name="connsiteY3" fmla="*/ 3429000 h 6858000"/>
              <a:gd name="connsiteX4" fmla="*/ 6017049 w 7924800"/>
              <a:gd name="connsiteY4" fmla="*/ 6817750 h 6858000"/>
              <a:gd name="connsiteX5" fmla="*/ 5947047 w 7924800"/>
              <a:gd name="connsiteY5" fmla="*/ 6858000 h 6858000"/>
              <a:gd name="connsiteX6" fmla="*/ 1977753 w 7924800"/>
              <a:gd name="connsiteY6" fmla="*/ 6858000 h 6858000"/>
              <a:gd name="connsiteX7" fmla="*/ 1907752 w 7924800"/>
              <a:gd name="connsiteY7" fmla="*/ 6817750 h 6858000"/>
              <a:gd name="connsiteX8" fmla="*/ 0 w 7924800"/>
              <a:gd name="connsiteY8" fmla="*/ 3429000 h 6858000"/>
              <a:gd name="connsiteX9" fmla="*/ 1746985 w 7924800"/>
              <a:gd name="connsiteY9" fmla="*/ 1433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24800" h="6858000">
                <a:moveTo>
                  <a:pt x="1982890" y="0"/>
                </a:moveTo>
                <a:lnTo>
                  <a:pt x="5941911" y="0"/>
                </a:lnTo>
                <a:lnTo>
                  <a:pt x="6177816" y="143316"/>
                </a:lnTo>
                <a:cubicBezTo>
                  <a:pt x="7231821" y="855388"/>
                  <a:pt x="7924800" y="2061267"/>
                  <a:pt x="7924800" y="3429000"/>
                </a:cubicBezTo>
                <a:cubicBezTo>
                  <a:pt x="7924800" y="4865120"/>
                  <a:pt x="7160790" y="6122796"/>
                  <a:pt x="6017049" y="6817750"/>
                </a:cubicBezTo>
                <a:lnTo>
                  <a:pt x="5947047" y="6858000"/>
                </a:lnTo>
                <a:lnTo>
                  <a:pt x="1977753" y="6858000"/>
                </a:lnTo>
                <a:lnTo>
                  <a:pt x="1907752" y="6817750"/>
                </a:lnTo>
                <a:cubicBezTo>
                  <a:pt x="764010" y="6122796"/>
                  <a:pt x="0" y="4865120"/>
                  <a:pt x="0" y="3429000"/>
                </a:cubicBezTo>
                <a:cubicBezTo>
                  <a:pt x="0" y="2061267"/>
                  <a:pt x="692980" y="855388"/>
                  <a:pt x="1746985" y="143316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47599E9-7877-89FF-8C57-FEF4C3C86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2A2F27B-8DDF-057C-B969-50B4B8C3D2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247900"/>
            <a:ext cx="4443413" cy="240030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367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B101A5-01DB-E4E3-56D7-D03900B1291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094288" y="63500"/>
            <a:ext cx="20447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Classification: Internal Purpose</a:t>
            </a:r>
          </a:p>
        </p:txBody>
      </p:sp>
    </p:spTree>
    <p:extLst>
      <p:ext uri="{BB962C8B-B14F-4D97-AF65-F5344CB8AC3E}">
        <p14:creationId xmlns:p14="http://schemas.microsoft.com/office/powerpoint/2010/main" val="1327670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2" r:id="rId2"/>
    <p:sldLayoutId id="2147483695" r:id="rId3"/>
    <p:sldLayoutId id="2147483685" r:id="rId4"/>
    <p:sldLayoutId id="2147483662" r:id="rId5"/>
    <p:sldLayoutId id="2147483682" r:id="rId6"/>
    <p:sldLayoutId id="2147483696" r:id="rId7"/>
    <p:sldLayoutId id="2147483693" r:id="rId8"/>
    <p:sldLayoutId id="2147483692" r:id="rId9"/>
    <p:sldLayoutId id="2147483676" r:id="rId10"/>
    <p:sldLayoutId id="2147483665" r:id="rId11"/>
    <p:sldLayoutId id="2147483688" r:id="rId12"/>
    <p:sldLayoutId id="2147483686" r:id="rId13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5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4212" y="1295400"/>
            <a:ext cx="10738792" cy="3886200"/>
          </a:xfrm>
        </p:spPr>
        <p:txBody>
          <a:bodyPr anchor="b">
            <a:normAutofit fontScale="90000"/>
          </a:bodyPr>
          <a:lstStyle/>
          <a:p>
            <a:r>
              <a:rPr lang="en-DE" dirty="0"/>
              <a:t>Can AI Simulations reliably reproduce human consumer responses?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684212" y="5469979"/>
            <a:ext cx="10287000" cy="533400"/>
          </a:xfrm>
        </p:spPr>
        <p:txBody>
          <a:bodyPr>
            <a:normAutofit fontScale="92500"/>
          </a:bodyPr>
          <a:lstStyle/>
          <a:p>
            <a:pPr fontAlgn="t"/>
            <a:r>
              <a:rPr lang="en-US" dirty="0"/>
              <a:t>Assessing Human</a:t>
            </a:r>
            <a:r>
              <a:rPr lang="en-DE" dirty="0"/>
              <a:t>-</a:t>
            </a:r>
            <a:r>
              <a:rPr lang="en-US" dirty="0"/>
              <a:t>AI behavioral fidelity across held-out response pairs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338A439-19A4-874C-8F48-89A60D5F2099}"/>
              </a:ext>
            </a:extLst>
          </p:cNvPr>
          <p:cNvSpPr txBox="1">
            <a:spLocks/>
          </p:cNvSpPr>
          <p:nvPr/>
        </p:nvSpPr>
        <p:spPr>
          <a:xfrm>
            <a:off x="684212" y="6093296"/>
            <a:ext cx="10287000" cy="5334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marL="4572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7724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6012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3444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7160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876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4592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DE" dirty="0"/>
              <a:t>Pavankumar Umesh </a:t>
            </a:r>
            <a:r>
              <a:rPr lang="en-DE" dirty="0" err="1"/>
              <a:t>Managoli</a:t>
            </a:r>
            <a:endParaRPr lang="en-DE" dirty="0"/>
          </a:p>
          <a:p>
            <a:pPr>
              <a:spcBef>
                <a:spcPts val="600"/>
              </a:spcBef>
            </a:pPr>
            <a:r>
              <a:rPr lang="en-DE" dirty="0"/>
              <a:t>21/09/2026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D4B4BF-012A-02EC-AD76-212351568BC4}"/>
              </a:ext>
            </a:extLst>
          </p:cNvPr>
          <p:cNvSpPr txBox="1"/>
          <p:nvPr/>
        </p:nvSpPr>
        <p:spPr>
          <a:xfrm>
            <a:off x="10558908" y="199991"/>
            <a:ext cx="144736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596F5E"/>
                </a:solidFill>
                <a:latin typeface="Aptos"/>
              </a:rPr>
              <a:t>BEAUTY &amp; WELLBEING</a:t>
            </a:r>
          </a:p>
        </p:txBody>
      </p:sp>
    </p:spTree>
    <p:extLst>
      <p:ext uri="{BB962C8B-B14F-4D97-AF65-F5344CB8AC3E}">
        <p14:creationId xmlns:p14="http://schemas.microsoft.com/office/powerpoint/2010/main" val="3658128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49116-E8D0-C574-4AEC-41EA5F99D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248C8F1-8C24-998F-DDB2-C7C44AEC7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r>
              <a:rPr lang="en-DE" dirty="0"/>
              <a:t>2</a:t>
            </a:r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792924" y="512814"/>
            <a:ext cx="10670976" cy="726976"/>
          </a:xfrm>
        </p:spPr>
        <p:txBody>
          <a:bodyPr anchor="t">
            <a:normAutofit/>
          </a:bodyPr>
          <a:lstStyle/>
          <a:p>
            <a:pPr fontAlgn="t"/>
            <a:r>
              <a:rPr lang="en-US" b="0" dirty="0"/>
              <a:t>Why evaluating AI consumer simulations matters</a:t>
            </a:r>
            <a:r>
              <a:rPr lang="en-DE" b="0" dirty="0"/>
              <a:t>?</a:t>
            </a:r>
            <a:endParaRPr lang="en-US" b="0" dirty="0"/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97C482D3-0EAC-71C3-0A5E-9DD9448A8A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6031377"/>
              </p:ext>
            </p:extLst>
          </p:nvPr>
        </p:nvGraphicFramePr>
        <p:xfrm>
          <a:off x="1701924" y="1532964"/>
          <a:ext cx="8208912" cy="48122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32939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2" y="609600"/>
            <a:ext cx="7392888" cy="1447800"/>
          </a:xfrm>
        </p:spPr>
        <p:txBody>
          <a:bodyPr anchor="t">
            <a:normAutofit/>
          </a:bodyPr>
          <a:lstStyle/>
          <a:p>
            <a:pPr fontAlgn="t"/>
            <a:r>
              <a:rPr lang="en-US" sz="2800" dirty="0"/>
              <a:t>How Is the Evaluation Conducted?</a:t>
            </a:r>
            <a:endParaRPr lang="en-US" sz="2800" b="0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B95A416-05FC-CE36-FB78-577BDA37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r>
              <a:rPr lang="en-DE" dirty="0"/>
              <a:t>3</a:t>
            </a:r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7CA3FF9-17BF-5575-75E4-EB3ABBFC88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8385800"/>
              </p:ext>
            </p:extLst>
          </p:nvPr>
        </p:nvGraphicFramePr>
        <p:xfrm>
          <a:off x="3403240" y="1556792"/>
          <a:ext cx="5382344" cy="46916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7310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F20F8-AF32-F3BD-1743-58F53DEB0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6F2A7-A64C-32F6-748C-99DF4D03A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836" y="609600"/>
            <a:ext cx="11206980" cy="1447800"/>
          </a:xfrm>
        </p:spPr>
        <p:txBody>
          <a:bodyPr anchor="t">
            <a:normAutofit/>
          </a:bodyPr>
          <a:lstStyle/>
          <a:p>
            <a:pPr fontAlgn="t"/>
            <a:r>
              <a:rPr lang="en-US" sz="2800" dirty="0"/>
              <a:t>Why move beyond text similarity for simulation evaluation?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5FCDF04-909E-EC94-254D-AC6A21B68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r>
              <a:rPr lang="en-DE" dirty="0"/>
              <a:t>4</a:t>
            </a:r>
            <a:endParaRPr lang="en-US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93F51252-2C43-D619-D6C8-FA1E80DA8E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4025506"/>
              </p:ext>
            </p:extLst>
          </p:nvPr>
        </p:nvGraphicFramePr>
        <p:xfrm>
          <a:off x="1893912" y="1484784"/>
          <a:ext cx="6432748" cy="49229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91A9E4F-9FFB-28B4-F3B4-915E4F375533}"/>
              </a:ext>
            </a:extLst>
          </p:cNvPr>
          <p:cNvSpPr txBox="1"/>
          <p:nvPr/>
        </p:nvSpPr>
        <p:spPr>
          <a:xfrm>
            <a:off x="7534572" y="4421614"/>
            <a:ext cx="184731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 anchor="ctr" anchorCtr="1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558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9E9D3-FF13-A17F-7D7D-509C1999D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E7CEA-FEF3-4FA6-42BC-254E58680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10129192" cy="1447800"/>
          </a:xfrm>
        </p:spPr>
        <p:txBody>
          <a:bodyPr anchor="t">
            <a:normAutofit/>
          </a:bodyPr>
          <a:lstStyle/>
          <a:p>
            <a:pPr fontAlgn="t"/>
            <a:r>
              <a:rPr lang="en-US" sz="2800" dirty="0"/>
              <a:t>What does the evidence tell us about simulation fidelity?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190B189-5E21-DB0A-31AE-890186BC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r>
              <a:rPr lang="en-DE" dirty="0"/>
              <a:t>5</a:t>
            </a:r>
            <a:endParaRPr lang="en-US" dirty="0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F3470A09-E42B-F4EA-0D7F-1424066897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632722"/>
              </p:ext>
            </p:extLst>
          </p:nvPr>
        </p:nvGraphicFramePr>
        <p:xfrm>
          <a:off x="1449896" y="1132384"/>
          <a:ext cx="9289032" cy="15841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78C77674-F50D-67C1-E602-79894D18DAB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03" y="2852936"/>
            <a:ext cx="6192688" cy="3674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33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6B7E-1633-44AB-8584-82DF5B726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1295400"/>
            <a:ext cx="10287000" cy="3886200"/>
          </a:xfrm>
        </p:spPr>
        <p:txBody>
          <a:bodyPr anchor="ctr">
            <a:normAutofit/>
          </a:bodyPr>
          <a:lstStyle/>
          <a:p>
            <a:pPr algn="ctr"/>
            <a:r>
              <a:rPr lang="en-DE" dirty="0"/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26216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4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E1EAED"/>
      </a:accent6>
      <a:hlink>
        <a:srgbClr val="9454C3"/>
      </a:hlink>
      <a:folHlink>
        <a:srgbClr val="3EBBF0"/>
      </a:folHlink>
    </a:clrScheme>
    <a:fontScheme name="Custom 30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M03460663_win32_LW_V7.potx" id="{B4376E67-A46A-4922-AE0D-3354FC109E20}" vid="{F49CC2A7-BC98-4F28-8A83-D1D23E8024B9}"/>
    </a:ext>
  </a:extLst>
</a:theme>
</file>

<file path=ppt/theme/theme2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C37B52A-9EC8-4B7A-85C4-31F7EAFE40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0C06458-EC9A-428C-9123-A760B9587A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F050606-E255-48B6-AE23-CE03A589EB22}">
  <ds:schemaRefs>
    <ds:schemaRef ds:uri="http://schemas.microsoft.com/office/infopath/2007/PartnerControls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230e9df3-be65-4c73-a93b-d1236ebd677e"/>
    <ds:schemaRef ds:uri="16c05727-aa75-4e4a-9b5f-8a80a1165891"/>
    <ds:schemaRef ds:uri="http://schemas.microsoft.com/sharepoint/v3"/>
    <ds:schemaRef ds:uri="71af3243-3dd4-4a8d-8c0d-dd76da1f02a5"/>
    <ds:schemaRef ds:uri="http://www.w3.org/XML/1998/namespace"/>
    <ds:schemaRef ds:uri="http://purl.org/dc/terms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Business strategy slides</Template>
  <TotalTime>0</TotalTime>
  <Words>241</Words>
  <Application>Microsoft Macintosh PowerPoint</Application>
  <PresentationFormat>Custom</PresentationFormat>
  <Paragraphs>59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Century Gothic</vt:lpstr>
      <vt:lpstr>Palatino Linotype</vt:lpstr>
      <vt:lpstr>Verdana</vt:lpstr>
      <vt:lpstr>Custom</vt:lpstr>
      <vt:lpstr>Can AI Simulations reliably reproduce human consumer responses?</vt:lpstr>
      <vt:lpstr>Why evaluating AI consumer simulations matters?</vt:lpstr>
      <vt:lpstr>How Is the Evaluation Conducted?</vt:lpstr>
      <vt:lpstr>Why move beyond text similarity for simulation evaluation?</vt:lpstr>
      <vt:lpstr>What does the evidence tell us about simulation fidelity?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Marigoli, Manasa</dc:creator>
  <cp:lastModifiedBy>Pavankumar Umesh Managoli</cp:lastModifiedBy>
  <cp:revision>4</cp:revision>
  <dcterms:created xsi:type="dcterms:W3CDTF">2026-09-21T10:55:52Z</dcterms:created>
  <dcterms:modified xsi:type="dcterms:W3CDTF">2026-09-21T12:19:59Z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Order">
    <vt:r8>74069400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MediaServiceImageTags">
    <vt:lpwstr/>
  </property>
  <property fmtid="{D5CDD505-2E9C-101B-9397-08002B2CF9AE}" pid="13" name="MSIP_Label_97c7c4d0-7f4d-470f-a7e6-7da20d81509c_Enabled">
    <vt:lpwstr>true</vt:lpwstr>
  </property>
  <property fmtid="{D5CDD505-2E9C-101B-9397-08002B2CF9AE}" pid="14" name="MSIP_Label_97c7c4d0-7f4d-470f-a7e6-7da20d81509c_SetDate">
    <vt:lpwstr>2026-09-21T11:56:08Z</vt:lpwstr>
  </property>
  <property fmtid="{D5CDD505-2E9C-101B-9397-08002B2CF9AE}" pid="15" name="MSIP_Label_97c7c4d0-7f4d-470f-a7e6-7da20d81509c_Method">
    <vt:lpwstr>Standard</vt:lpwstr>
  </property>
  <property fmtid="{D5CDD505-2E9C-101B-9397-08002B2CF9AE}" pid="16" name="MSIP_Label_97c7c4d0-7f4d-470f-a7e6-7da20d81509c_Name">
    <vt:lpwstr>97c7c4d0-7f4d-470f-a7e6-7da20d81509c</vt:lpwstr>
  </property>
  <property fmtid="{D5CDD505-2E9C-101B-9397-08002B2CF9AE}" pid="17" name="MSIP_Label_97c7c4d0-7f4d-470f-a7e6-7da20d81509c_SiteId">
    <vt:lpwstr>040d9c77-e8cc-4af3-9c44-1d24173c45b3</vt:lpwstr>
  </property>
  <property fmtid="{D5CDD505-2E9C-101B-9397-08002B2CF9AE}" pid="18" name="MSIP_Label_97c7c4d0-7f4d-470f-a7e6-7da20d81509c_ActionId">
    <vt:lpwstr>7c58f36f-65ef-4e1b-9676-90cbe50a95dd</vt:lpwstr>
  </property>
  <property fmtid="{D5CDD505-2E9C-101B-9397-08002B2CF9AE}" pid="19" name="MSIP_Label_97c7c4d0-7f4d-470f-a7e6-7da20d81509c_ContentBits">
    <vt:lpwstr>1</vt:lpwstr>
  </property>
  <property fmtid="{D5CDD505-2E9C-101B-9397-08002B2CF9AE}" pid="20" name="MSIP_Label_97c7c4d0-7f4d-470f-a7e6-7da20d81509c_Tag">
    <vt:lpwstr>10, 3, 0, 1</vt:lpwstr>
  </property>
  <property fmtid="{D5CDD505-2E9C-101B-9397-08002B2CF9AE}" pid="21" name="ClassificationContentMarkingHeaderLocations">
    <vt:lpwstr>Custom:8</vt:lpwstr>
  </property>
  <property fmtid="{D5CDD505-2E9C-101B-9397-08002B2CF9AE}" pid="22" name="ClassificationContentMarkingHeaderText">
    <vt:lpwstr>Classification: Internal Purpose</vt:lpwstr>
  </property>
</Properties>
</file>